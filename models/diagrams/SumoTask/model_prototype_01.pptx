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653" r:id="rId2"/>
    <p:sldMasterId id="2147483680" r:id="rId3"/>
  </p:sldMasterIdLst>
  <p:notesMasterIdLst>
    <p:notesMasterId r:id="rId9"/>
  </p:notesMasterIdLst>
  <p:handoutMasterIdLst>
    <p:handoutMasterId r:id="rId10"/>
  </p:handoutMasterIdLst>
  <p:sldIdLst>
    <p:sldId id="273" r:id="rId4"/>
    <p:sldId id="259" r:id="rId5"/>
    <p:sldId id="260" r:id="rId6"/>
    <p:sldId id="261" r:id="rId7"/>
    <p:sldId id="262" r:id="rId8"/>
  </p:sldIdLst>
  <p:sldSz cx="15119350" cy="10691813"/>
  <p:notesSz cx="14597063" cy="21107400"/>
  <p:defaultTextStyle>
    <a:defPPr>
      <a:defRPr lang="ja-JP"/>
    </a:defPPr>
    <a:lvl1pPr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1pPr>
    <a:lvl2pPr marL="52674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2pPr>
    <a:lvl3pPr marL="105348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3pPr>
    <a:lvl4pPr marL="158022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4pPr>
    <a:lvl5pPr marL="210696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5pPr>
    <a:lvl6pPr marL="263370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6pPr>
    <a:lvl7pPr marL="316044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7pPr>
    <a:lvl8pPr marL="368718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8pPr>
    <a:lvl9pPr marL="421392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アブストラクトページ（ベーシッククラス）" id="{05F68B40-4021-4FFA-A734-7816717BBE8C}">
          <p14:sldIdLst>
            <p14:sldId id="273"/>
          </p14:sldIdLst>
        </p14:section>
        <p14:section name="モデル図ページ（ベーシッククラス）" id="{8B2B3982-7BAC-4EE5-974E-E0EE0719EC85}">
          <p14:sldIdLst>
            <p14:sldId id="259"/>
            <p14:sldId id="260"/>
            <p14:sldId id="261"/>
            <p14:sldId id="262"/>
          </p14:sldIdLst>
        </p14:section>
      </p14:sectionLst>
    </p:ext>
    <p:ext uri="{EFAFB233-063F-42B5-8137-9DF3F51BA10A}">
      <p15:sldGuideLst xmlns:p15="http://schemas.microsoft.com/office/powerpoint/2012/main">
        <p15:guide id="1" orient="horz" pos="3368" userDrawn="1">
          <p15:clr>
            <a:srgbClr val="A4A3A4"/>
          </p15:clr>
        </p15:guide>
        <p15:guide id="2" pos="4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81DEDB-0460-60B4-7B39-CBA7B3FD5A2A}" v="169" dt="2026-08-06T10:23:20.01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67" autoAdjust="0"/>
    <p:restoredTop sz="79394" autoAdjust="0"/>
  </p:normalViewPr>
  <p:slideViewPr>
    <p:cSldViewPr showGuides="1">
      <p:cViewPr varScale="1">
        <p:scale>
          <a:sx n="57" d="100"/>
          <a:sy n="57" d="100"/>
        </p:scale>
        <p:origin x="1824" y="72"/>
      </p:cViewPr>
      <p:guideLst>
        <p:guide orient="horz" pos="3368"/>
        <p:guide pos="47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59DA592-5F88-E54B-954E-C3C136F3960C}"/>
              </a:ext>
            </a:extLst>
          </p:cNvPr>
          <p:cNvSpPr>
            <a:spLocks noGrp="1" noChangeArrowheads="1"/>
          </p:cNvSpPr>
          <p:nvPr>
            <p:ph type="hdr" sz="quarter"/>
          </p:nvPr>
        </p:nvSpPr>
        <p:spPr bwMode="auto">
          <a:xfrm>
            <a:off x="0"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3" name="Rectangle 3">
            <a:extLst>
              <a:ext uri="{FF2B5EF4-FFF2-40B4-BE49-F238E27FC236}">
                <a16:creationId xmlns:a16="http://schemas.microsoft.com/office/drawing/2014/main" id="{BD05C139-080E-2548-AEA9-AF5A6E6E659D}"/>
              </a:ext>
            </a:extLst>
          </p:cNvPr>
          <p:cNvSpPr>
            <a:spLocks noGrp="1" noChangeArrowheads="1"/>
          </p:cNvSpPr>
          <p:nvPr>
            <p:ph type="dt" sz="quarter" idx="1"/>
          </p:nvPr>
        </p:nvSpPr>
        <p:spPr bwMode="auto">
          <a:xfrm>
            <a:off x="8272463"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algn="r" defTabSz="1968500">
              <a:defRPr sz="2600">
                <a:ea typeface="ＭＳ Ｐゴシック" pitchFamily="50" charset="-128"/>
              </a:defRPr>
            </a:lvl1pPr>
          </a:lstStyle>
          <a:p>
            <a:pPr>
              <a:defRPr/>
            </a:pPr>
            <a:endParaRPr lang="en-US" altLang="ja-JP"/>
          </a:p>
        </p:txBody>
      </p:sp>
      <p:sp>
        <p:nvSpPr>
          <p:cNvPr id="5124" name="Rectangle 4">
            <a:extLst>
              <a:ext uri="{FF2B5EF4-FFF2-40B4-BE49-F238E27FC236}">
                <a16:creationId xmlns:a16="http://schemas.microsoft.com/office/drawing/2014/main" id="{D3027D88-FF63-544E-B8F1-CD9CD49FE1BC}"/>
              </a:ext>
            </a:extLst>
          </p:cNvPr>
          <p:cNvSpPr>
            <a:spLocks noGrp="1" noChangeArrowheads="1"/>
          </p:cNvSpPr>
          <p:nvPr>
            <p:ph type="ftr" sz="quarter" idx="2"/>
          </p:nvPr>
        </p:nvSpPr>
        <p:spPr bwMode="auto">
          <a:xfrm>
            <a:off x="0"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5" name="Rectangle 5">
            <a:extLst>
              <a:ext uri="{FF2B5EF4-FFF2-40B4-BE49-F238E27FC236}">
                <a16:creationId xmlns:a16="http://schemas.microsoft.com/office/drawing/2014/main" id="{25E8D4B3-1F5B-9044-B886-14F6FE333E98}"/>
              </a:ext>
            </a:extLst>
          </p:cNvPr>
          <p:cNvSpPr>
            <a:spLocks noGrp="1" noChangeArrowheads="1"/>
          </p:cNvSpPr>
          <p:nvPr>
            <p:ph type="sldNum" sz="quarter" idx="3"/>
          </p:nvPr>
        </p:nvSpPr>
        <p:spPr bwMode="auto">
          <a:xfrm>
            <a:off x="8272463"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algn="r" defTabSz="1968500">
              <a:defRPr sz="2600"/>
            </a:lvl1pPr>
          </a:lstStyle>
          <a:p>
            <a:fld id="{1EFC8496-1004-0F49-ADCE-70E852CADCBA}"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25C1222-AA60-AB4C-BA33-9EB6EC90F970}"/>
              </a:ext>
            </a:extLst>
          </p:cNvPr>
          <p:cNvSpPr>
            <a:spLocks noGrp="1" noChangeArrowheads="1"/>
          </p:cNvSpPr>
          <p:nvPr>
            <p:ph type="hdr" sz="quarter"/>
          </p:nvPr>
        </p:nvSpPr>
        <p:spPr bwMode="auto">
          <a:xfrm>
            <a:off x="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47" name="Rectangle 3">
            <a:extLst>
              <a:ext uri="{FF2B5EF4-FFF2-40B4-BE49-F238E27FC236}">
                <a16:creationId xmlns:a16="http://schemas.microsoft.com/office/drawing/2014/main" id="{5D335703-604D-8840-B55C-E70670A6FC28}"/>
              </a:ext>
            </a:extLst>
          </p:cNvPr>
          <p:cNvSpPr>
            <a:spLocks noGrp="1" noChangeArrowheads="1"/>
          </p:cNvSpPr>
          <p:nvPr>
            <p:ph type="dt" idx="1"/>
          </p:nvPr>
        </p:nvSpPr>
        <p:spPr bwMode="auto">
          <a:xfrm>
            <a:off x="826770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p>
        </p:txBody>
      </p:sp>
      <p:sp>
        <p:nvSpPr>
          <p:cNvPr id="4100" name="Rectangle 4">
            <a:extLst>
              <a:ext uri="{FF2B5EF4-FFF2-40B4-BE49-F238E27FC236}">
                <a16:creationId xmlns:a16="http://schemas.microsoft.com/office/drawing/2014/main" id="{8FE3D853-B0C1-1A42-B2E2-6DB951ED3511}"/>
              </a:ext>
            </a:extLst>
          </p:cNvPr>
          <p:cNvSpPr>
            <a:spLocks noGrp="1" noRot="1" noChangeAspect="1" noChangeArrowheads="1" noTextEdit="1"/>
          </p:cNvSpPr>
          <p:nvPr>
            <p:ph type="sldImg" idx="2"/>
          </p:nvPr>
        </p:nvSpPr>
        <p:spPr bwMode="auto">
          <a:xfrm>
            <a:off x="1703388" y="1582738"/>
            <a:ext cx="11191875" cy="791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C885E8F-8EB1-E24A-B86E-C9C053B954D7}"/>
              </a:ext>
            </a:extLst>
          </p:cNvPr>
          <p:cNvSpPr>
            <a:spLocks noGrp="1" noChangeArrowheads="1"/>
          </p:cNvSpPr>
          <p:nvPr>
            <p:ph type="body" sz="quarter" idx="3"/>
          </p:nvPr>
        </p:nvSpPr>
        <p:spPr bwMode="auto">
          <a:xfrm>
            <a:off x="1460500" y="10026650"/>
            <a:ext cx="11677650" cy="9498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150" name="Rectangle 6">
            <a:extLst>
              <a:ext uri="{FF2B5EF4-FFF2-40B4-BE49-F238E27FC236}">
                <a16:creationId xmlns:a16="http://schemas.microsoft.com/office/drawing/2014/main" id="{68145291-64F3-C949-83D1-094C2285CB0B}"/>
              </a:ext>
            </a:extLst>
          </p:cNvPr>
          <p:cNvSpPr>
            <a:spLocks noGrp="1" noChangeArrowheads="1"/>
          </p:cNvSpPr>
          <p:nvPr>
            <p:ph type="ftr" sz="quarter" idx="4"/>
          </p:nvPr>
        </p:nvSpPr>
        <p:spPr bwMode="auto">
          <a:xfrm>
            <a:off x="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51" name="Rectangle 7">
            <a:extLst>
              <a:ext uri="{FF2B5EF4-FFF2-40B4-BE49-F238E27FC236}">
                <a16:creationId xmlns:a16="http://schemas.microsoft.com/office/drawing/2014/main" id="{8E39246C-E20F-E04F-A03D-FD095DC1D539}"/>
              </a:ext>
            </a:extLst>
          </p:cNvPr>
          <p:cNvSpPr>
            <a:spLocks noGrp="1" noChangeArrowheads="1"/>
          </p:cNvSpPr>
          <p:nvPr>
            <p:ph type="sldNum" sz="quarter" idx="5"/>
          </p:nvPr>
        </p:nvSpPr>
        <p:spPr bwMode="auto">
          <a:xfrm>
            <a:off x="826770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B0DEA4-E0F6-FD42-B43D-9FF702984A75}"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1pPr>
    <a:lvl2pPr marL="52674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2pPr>
    <a:lvl3pPr marL="105348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3pPr>
    <a:lvl4pPr marL="158022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4pPr>
    <a:lvl5pPr marL="210696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5pPr>
    <a:lvl6pPr marL="2633701" algn="l" defTabSz="1053480" rtl="0" eaLnBrk="1" latinLnBrk="0" hangingPunct="1">
      <a:defRPr kumimoji="1" sz="1383" kern="1200">
        <a:solidFill>
          <a:schemeClr val="tx1"/>
        </a:solidFill>
        <a:latin typeface="+mn-lt"/>
        <a:ea typeface="+mn-ea"/>
        <a:cs typeface="+mn-cs"/>
      </a:defRPr>
    </a:lvl6pPr>
    <a:lvl7pPr marL="3160441" algn="l" defTabSz="1053480" rtl="0" eaLnBrk="1" latinLnBrk="0" hangingPunct="1">
      <a:defRPr kumimoji="1" sz="1383" kern="1200">
        <a:solidFill>
          <a:schemeClr val="tx1"/>
        </a:solidFill>
        <a:latin typeface="+mn-lt"/>
        <a:ea typeface="+mn-ea"/>
        <a:cs typeface="+mn-cs"/>
      </a:defRPr>
    </a:lvl7pPr>
    <a:lvl8pPr marL="3687181" algn="l" defTabSz="1053480" rtl="0" eaLnBrk="1" latinLnBrk="0" hangingPunct="1">
      <a:defRPr kumimoji="1" sz="1383" kern="1200">
        <a:solidFill>
          <a:schemeClr val="tx1"/>
        </a:solidFill>
        <a:latin typeface="+mn-lt"/>
        <a:ea typeface="+mn-ea"/>
        <a:cs typeface="+mn-cs"/>
      </a:defRPr>
    </a:lvl8pPr>
    <a:lvl9pPr marL="4213921" algn="l" defTabSz="1053480" rtl="0" eaLnBrk="1" latinLnBrk="0" hangingPunct="1">
      <a:defRPr kumimoji="1" sz="13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etrobo.jp/teamlist/"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eaLnBrk="1" hangingPunct="1"/>
            <a:r>
              <a:rPr lang="en-US" altLang="ja-JP" sz="1400" dirty="0">
                <a:solidFill>
                  <a:srgbClr val="0070C0"/>
                </a:solidFill>
              </a:rPr>
              <a:t>XXXXX</a:t>
            </a:r>
            <a:r>
              <a:rPr lang="ja-JP" altLang="en-US" sz="1400" dirty="0">
                <a:solidFill>
                  <a:srgbClr val="0070C0"/>
                </a:solidFill>
              </a:rPr>
              <a:t>には</a:t>
            </a:r>
            <a:r>
              <a:rPr lang="en-US" altLang="ja-JP" sz="1400" dirty="0">
                <a:solidFill>
                  <a:srgbClr val="0070C0"/>
                </a:solidFill>
              </a:rPr>
              <a:t>ET</a:t>
            </a:r>
            <a:r>
              <a:rPr lang="ja-JP" altLang="en-US" sz="1400" dirty="0">
                <a:solidFill>
                  <a:srgbClr val="0070C0"/>
                </a:solidFill>
              </a:rPr>
              <a:t>ロボコン公式</a:t>
            </a:r>
            <a:r>
              <a:rPr lang="en-US" altLang="ja-JP" sz="1400" dirty="0">
                <a:solidFill>
                  <a:srgbClr val="0070C0"/>
                </a:solidFill>
              </a:rPr>
              <a:t>HP</a:t>
            </a:r>
            <a:r>
              <a:rPr lang="ja-JP" altLang="en-US" sz="1400" dirty="0">
                <a:solidFill>
                  <a:srgbClr val="0070C0"/>
                </a:solidFill>
              </a:rPr>
              <a:t>に掲載されている参加チーム一覧表の該当項目を記載</a:t>
            </a:r>
            <a:endParaRPr lang="en-US" altLang="ja-JP" sz="1400" dirty="0">
              <a:solidFill>
                <a:srgbClr val="0070C0"/>
              </a:solidFill>
            </a:endParaRPr>
          </a:p>
          <a:p>
            <a:pPr eaLnBrk="1" hangingPunct="1"/>
            <a:r>
              <a:rPr lang="en-US" altLang="ja-JP" sz="1400" dirty="0">
                <a:solidFill>
                  <a:srgbClr val="0070C0"/>
                </a:solidFill>
              </a:rPr>
              <a:t>(</a:t>
            </a:r>
            <a:r>
              <a:rPr lang="en-US" altLang="ja-JP" sz="1400" dirty="0">
                <a:solidFill>
                  <a:srgbClr val="0070C0"/>
                </a:solidFill>
                <a:hlinkClick r:id="rId3"/>
              </a:rPr>
              <a:t>https://www.etrobo.jp/teamlist/</a:t>
            </a:r>
            <a:r>
              <a:rPr lang="en-US" altLang="ja-JP" sz="1400" dirty="0">
                <a:solidFill>
                  <a:srgbClr val="0070C0"/>
                </a:solidFill>
              </a:rPr>
              <a:t>)</a:t>
            </a:r>
            <a:endParaRPr lang="ja-JP" altLang="en-US" sz="1400" dirty="0">
              <a:solidFill>
                <a:srgbClr val="0070C0"/>
              </a:solidFill>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0DB0DEA4-E0F6-FD42-B43D-9FF702984A75}" type="slidenum">
              <a:rPr lang="en-US" altLang="ja-JP" smtClean="0"/>
              <a:pPr/>
              <a:t>1</a:t>
            </a:fld>
            <a:endParaRPr lang="en-US" altLang="ja-JP"/>
          </a:p>
        </p:txBody>
      </p:sp>
    </p:spTree>
    <p:extLst>
      <p:ext uri="{BB962C8B-B14F-4D97-AF65-F5344CB8AC3E}">
        <p14:creationId xmlns:p14="http://schemas.microsoft.com/office/powerpoint/2010/main" val="2530055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ソフトウェアアーキテクチャ　</a:t>
            </a:r>
            <a:r>
              <a:rPr kumimoji="1" lang="en-US" altLang="ja-JP" dirty="0"/>
              <a:t>4</a:t>
            </a:r>
            <a:r>
              <a:rPr kumimoji="1" lang="ja-JP" altLang="en-US" dirty="0"/>
              <a:t>層構造</a:t>
            </a:r>
            <a:endParaRPr kumimoji="1" lang="en-US" altLang="ja-JP" dirty="0"/>
          </a:p>
          <a:p>
            <a:r>
              <a:rPr kumimoji="1" lang="en-US" altLang="ja-JP" dirty="0"/>
              <a:t>Application</a:t>
            </a:r>
            <a:r>
              <a:rPr kumimoji="1" lang="ja-JP" altLang="en-US" dirty="0"/>
              <a:t>層</a:t>
            </a:r>
            <a:r>
              <a:rPr kumimoji="1" lang="en-US" altLang="ja-JP" dirty="0"/>
              <a:t>,</a:t>
            </a:r>
            <a:r>
              <a:rPr kumimoji="1" lang="ja-JP" altLang="en-US" dirty="0"/>
              <a:t> </a:t>
            </a:r>
            <a:r>
              <a:rPr kumimoji="1" lang="en-US" altLang="ja-JP" dirty="0"/>
              <a:t>Scenario</a:t>
            </a:r>
            <a:r>
              <a:rPr kumimoji="1" lang="ja-JP" altLang="en-US" dirty="0"/>
              <a:t>層</a:t>
            </a:r>
            <a:r>
              <a:rPr kumimoji="1" lang="en-US" altLang="ja-JP" dirty="0"/>
              <a:t>,</a:t>
            </a:r>
            <a:r>
              <a:rPr kumimoji="1" lang="ja-JP" altLang="en-US" dirty="0"/>
              <a:t> </a:t>
            </a:r>
            <a:r>
              <a:rPr kumimoji="1" lang="en-US" altLang="ja-JP" dirty="0"/>
              <a:t>Motion</a:t>
            </a:r>
            <a:r>
              <a:rPr kumimoji="1" lang="ja-JP" altLang="en-US" dirty="0"/>
              <a:t>層</a:t>
            </a:r>
            <a:r>
              <a:rPr kumimoji="1" lang="en-US" altLang="ja-JP" dirty="0"/>
              <a:t>, HAL</a:t>
            </a:r>
            <a:r>
              <a:rPr kumimoji="1" lang="ja-JP" altLang="en-US"/>
              <a:t>層を意識</a:t>
            </a:r>
            <a:endParaRPr kumimoji="1" lang="en-US" altLang="ja-JP" dirty="0"/>
          </a:p>
        </p:txBody>
      </p:sp>
      <p:sp>
        <p:nvSpPr>
          <p:cNvPr id="4" name="スライド番号プレースホルダー 3"/>
          <p:cNvSpPr>
            <a:spLocks noGrp="1"/>
          </p:cNvSpPr>
          <p:nvPr>
            <p:ph type="sldNum" sz="quarter" idx="5"/>
          </p:nvPr>
        </p:nvSpPr>
        <p:spPr/>
        <p:txBody>
          <a:bodyPr/>
          <a:lstStyle/>
          <a:p>
            <a:fld id="{0DB0DEA4-E0F6-FD42-B43D-9FF702984A75}" type="slidenum">
              <a:rPr lang="en-US" altLang="ja-JP" smtClean="0"/>
              <a:pPr/>
              <a:t>3</a:t>
            </a:fld>
            <a:endParaRPr lang="en-US" altLang="ja-JP"/>
          </a:p>
        </p:txBody>
      </p:sp>
    </p:spTree>
    <p:extLst>
      <p:ext uri="{BB962C8B-B14F-4D97-AF65-F5344CB8AC3E}">
        <p14:creationId xmlns:p14="http://schemas.microsoft.com/office/powerpoint/2010/main" val="728328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sz="1350" dirty="0">
                <a:latin typeface="Calibri"/>
                <a:ea typeface="Calibri"/>
                <a:cs typeface="Calibri"/>
              </a:rPr>
              <a:t>ETラリーに関しての課題（ETラリーゾーン左の縦軸に90度曲がっていきたかったが正確に曲がれず基準がずれる。縦軸のカラーポイントを横移動の基準にしたかったが、それも停止位置や向きにずれが生じてしまうため曲がった際の向きがずれる。1つのゲートをくぐるたびに異臭して喜寿日まで戻ってくる必要があり時間がかかる。を解決するために当初のプログラムを一新し、ETラリーゾーン左の縦軸の下に向きや位置を正確に感知して停止し、ETラリーゾーン全体の位置情報を座標として認識することで問題の解決に努めた。</a:t>
            </a:r>
          </a:p>
          <a:p>
            <a:endParaRPr lang="en-US" sz="1350" dirty="0">
              <a:latin typeface="Calibri"/>
              <a:ea typeface="Calibri"/>
              <a:cs typeface="Calibri"/>
            </a:endParaRPr>
          </a:p>
          <a:p>
            <a:r>
              <a:rPr lang="en-US" sz="1350" dirty="0">
                <a:latin typeface="Calibri"/>
                <a:ea typeface="Calibri"/>
                <a:cs typeface="Calibri"/>
              </a:rPr>
              <a:t>BLE</a:t>
            </a:r>
            <a:r>
              <a:rPr lang="ja-JP" altLang="en-US" sz="1350" dirty="0">
                <a:latin typeface="Calibri"/>
                <a:ea typeface="Calibri"/>
                <a:cs typeface="Calibri"/>
              </a:rPr>
              <a:t>モニターの作成も工夫点になる？</a:t>
            </a:r>
            <a:endParaRPr lang="en-US" sz="1350" dirty="0">
              <a:latin typeface="Times New Roman"/>
              <a:ea typeface="ＭＳ Ｐ明朝"/>
              <a:cs typeface="Times New Roman"/>
            </a:endParaRPr>
          </a:p>
        </p:txBody>
      </p:sp>
      <p:sp>
        <p:nvSpPr>
          <p:cNvPr id="4" name="スライド番号プレースホルダー 3"/>
          <p:cNvSpPr>
            <a:spLocks noGrp="1"/>
          </p:cNvSpPr>
          <p:nvPr>
            <p:ph type="sldNum" sz="quarter" idx="5"/>
          </p:nvPr>
        </p:nvSpPr>
        <p:spPr/>
        <p:txBody>
          <a:bodyPr/>
          <a:lstStyle/>
          <a:p>
            <a:fld id="{0DB0DEA4-E0F6-FD42-B43D-9FF702984A75}" type="slidenum">
              <a:rPr lang="en-US" altLang="ja-JP"/>
              <a:pPr/>
              <a:t>5</a:t>
            </a:fld>
            <a:endParaRPr lang="en-US" altLang="ja-JP"/>
          </a:p>
        </p:txBody>
      </p:sp>
    </p:spTree>
    <p:extLst>
      <p:ext uri="{BB962C8B-B14F-4D97-AF65-F5344CB8AC3E}">
        <p14:creationId xmlns:p14="http://schemas.microsoft.com/office/powerpoint/2010/main" val="2701973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アブストラクトページ用（ベーシッククラス）">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98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C593D-50EE-492C-BF62-7061D8451F9F}"/>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771528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2227AF-C1D2-4D5B-BB89-3FC06B4051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9BB6EF-1BBD-44F7-8105-357758AD35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5177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78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ja-JP" altLang="en-US"/>
              <a:t>マスター タイトルの書式設定</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31486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965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solidFill>
              </a:defRPr>
            </a:lvl1pPr>
            <a:lvl2pPr marL="712775" indent="0">
              <a:buNone/>
              <a:defRPr sz="3118">
                <a:solidFill>
                  <a:schemeClr val="tx1">
                    <a:tint val="75000"/>
                  </a:schemeClr>
                </a:solidFill>
              </a:defRPr>
            </a:lvl2pPr>
            <a:lvl3pPr marL="1425550" indent="0">
              <a:buNone/>
              <a:defRPr sz="2806">
                <a:solidFill>
                  <a:schemeClr val="tx1">
                    <a:tint val="75000"/>
                  </a:schemeClr>
                </a:solidFill>
              </a:defRPr>
            </a:lvl3pPr>
            <a:lvl4pPr marL="2138324" indent="0">
              <a:buNone/>
              <a:defRPr sz="2494">
                <a:solidFill>
                  <a:schemeClr val="tx1">
                    <a:tint val="75000"/>
                  </a:schemeClr>
                </a:solidFill>
              </a:defRPr>
            </a:lvl4pPr>
            <a:lvl5pPr marL="2851099" indent="0">
              <a:buNone/>
              <a:defRPr sz="2494">
                <a:solidFill>
                  <a:schemeClr val="tx1">
                    <a:tint val="75000"/>
                  </a:schemeClr>
                </a:solidFill>
              </a:defRPr>
            </a:lvl5pPr>
            <a:lvl6pPr marL="3563874" indent="0">
              <a:buNone/>
              <a:defRPr sz="2494">
                <a:solidFill>
                  <a:schemeClr val="tx1">
                    <a:tint val="75000"/>
                  </a:schemeClr>
                </a:solidFill>
              </a:defRPr>
            </a:lvl6pPr>
            <a:lvl7pPr marL="4276649" indent="0">
              <a:buNone/>
              <a:defRPr sz="2494">
                <a:solidFill>
                  <a:schemeClr val="tx1">
                    <a:tint val="75000"/>
                  </a:schemeClr>
                </a:solidFill>
              </a:defRPr>
            </a:lvl7pPr>
            <a:lvl8pPr marL="4989424" indent="0">
              <a:buNone/>
              <a:defRPr sz="2494">
                <a:solidFill>
                  <a:schemeClr val="tx1">
                    <a:tint val="75000"/>
                  </a:schemeClr>
                </a:solidFill>
              </a:defRPr>
            </a:lvl8pPr>
            <a:lvl9pPr marL="5702198" indent="0">
              <a:buNone/>
              <a:defRPr sz="2494">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64629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6030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4" name="Content Placeholder 3"/>
          <p:cNvSpPr>
            <a:spLocks noGrp="1"/>
          </p:cNvSpPr>
          <p:nvPr>
            <p:ph sz="half" idx="2"/>
          </p:nvPr>
        </p:nvSpPr>
        <p:spPr>
          <a:xfrm>
            <a:off x="1041426" y="3905482"/>
            <a:ext cx="63961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6" name="Content Placeholder 5"/>
          <p:cNvSpPr>
            <a:spLocks noGrp="1"/>
          </p:cNvSpPr>
          <p:nvPr>
            <p:ph sz="quarter" idx="4"/>
          </p:nvPr>
        </p:nvSpPr>
        <p:spPr>
          <a:xfrm>
            <a:off x="7654172" y="3905482"/>
            <a:ext cx="64276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551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7847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60059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0747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19893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67774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720142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505887"/>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862174" rtl="0" eaLnBrk="1" latinLnBrk="0" hangingPunct="1">
        <a:lnSpc>
          <a:spcPct val="90000"/>
        </a:lnSpc>
        <a:spcBef>
          <a:spcPct val="0"/>
        </a:spcBef>
        <a:buNone/>
        <a:defRPr kumimoji="1" sz="4148" kern="1200">
          <a:solidFill>
            <a:schemeClr val="tx1"/>
          </a:solidFill>
          <a:latin typeface="+mj-lt"/>
          <a:ea typeface="+mj-ea"/>
          <a:cs typeface="+mj-cs"/>
        </a:defRPr>
      </a:lvl1pPr>
    </p:titleStyle>
    <p:bodyStyle>
      <a:lvl1pPr marL="215544" indent="-215544" algn="l" defTabSz="862174" rtl="0" eaLnBrk="1" latinLnBrk="0" hangingPunct="1">
        <a:lnSpc>
          <a:spcPct val="90000"/>
        </a:lnSpc>
        <a:spcBef>
          <a:spcPts val="943"/>
        </a:spcBef>
        <a:buFont typeface="Arial" panose="020B0604020202020204" pitchFamily="34" charset="0"/>
        <a:buChar char="•"/>
        <a:defRPr kumimoji="1" sz="2640" kern="1200">
          <a:solidFill>
            <a:schemeClr val="tx1"/>
          </a:solidFill>
          <a:latin typeface="+mn-lt"/>
          <a:ea typeface="+mn-ea"/>
          <a:cs typeface="+mn-cs"/>
        </a:defRPr>
      </a:lvl1pPr>
      <a:lvl2pPr marL="646631" indent="-215544" algn="l" defTabSz="862174" rtl="0" eaLnBrk="1" latinLnBrk="0" hangingPunct="1">
        <a:lnSpc>
          <a:spcPct val="90000"/>
        </a:lnSpc>
        <a:spcBef>
          <a:spcPts val="471"/>
        </a:spcBef>
        <a:buFont typeface="Arial" panose="020B0604020202020204" pitchFamily="34" charset="0"/>
        <a:buChar char="•"/>
        <a:defRPr kumimoji="1" sz="2263" kern="1200">
          <a:solidFill>
            <a:schemeClr val="tx1"/>
          </a:solidFill>
          <a:latin typeface="+mn-lt"/>
          <a:ea typeface="+mn-ea"/>
          <a:cs typeface="+mn-cs"/>
        </a:defRPr>
      </a:lvl2pPr>
      <a:lvl3pPr marL="1077718" indent="-215544" algn="l" defTabSz="862174" rtl="0" eaLnBrk="1" latinLnBrk="0" hangingPunct="1">
        <a:lnSpc>
          <a:spcPct val="90000"/>
        </a:lnSpc>
        <a:spcBef>
          <a:spcPts val="471"/>
        </a:spcBef>
        <a:buFont typeface="Arial" panose="020B0604020202020204" pitchFamily="34" charset="0"/>
        <a:buChar char="•"/>
        <a:defRPr kumimoji="1" sz="1885" kern="1200">
          <a:solidFill>
            <a:schemeClr val="tx1"/>
          </a:solidFill>
          <a:latin typeface="+mn-lt"/>
          <a:ea typeface="+mn-ea"/>
          <a:cs typeface="+mn-cs"/>
        </a:defRPr>
      </a:lvl3pPr>
      <a:lvl4pPr marL="1508804"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4pPr>
      <a:lvl5pPr marL="1939892"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5pPr>
      <a:lvl6pPr marL="2370979"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6pPr>
      <a:lvl7pPr marL="2802066"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7pPr>
      <a:lvl8pPr marL="3233153"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8pPr>
      <a:lvl9pPr marL="3664241"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9pPr>
    </p:bodyStyle>
    <p:otherStyle>
      <a:defPPr>
        <a:defRPr lang="ja-JP"/>
      </a:defPPr>
      <a:lvl1pPr marL="0" algn="l" defTabSz="862174" rtl="0" eaLnBrk="1" latinLnBrk="0" hangingPunct="1">
        <a:defRPr kumimoji="1" sz="1697" kern="1200">
          <a:solidFill>
            <a:schemeClr val="tx1"/>
          </a:solidFill>
          <a:latin typeface="+mn-lt"/>
          <a:ea typeface="+mn-ea"/>
          <a:cs typeface="+mn-cs"/>
        </a:defRPr>
      </a:lvl1pPr>
      <a:lvl2pPr marL="431087" algn="l" defTabSz="862174" rtl="0" eaLnBrk="1" latinLnBrk="0" hangingPunct="1">
        <a:defRPr kumimoji="1" sz="1697" kern="1200">
          <a:solidFill>
            <a:schemeClr val="tx1"/>
          </a:solidFill>
          <a:latin typeface="+mn-lt"/>
          <a:ea typeface="+mn-ea"/>
          <a:cs typeface="+mn-cs"/>
        </a:defRPr>
      </a:lvl2pPr>
      <a:lvl3pPr marL="862174" algn="l" defTabSz="862174" rtl="0" eaLnBrk="1" latinLnBrk="0" hangingPunct="1">
        <a:defRPr kumimoji="1" sz="1697" kern="1200">
          <a:solidFill>
            <a:schemeClr val="tx1"/>
          </a:solidFill>
          <a:latin typeface="+mn-lt"/>
          <a:ea typeface="+mn-ea"/>
          <a:cs typeface="+mn-cs"/>
        </a:defRPr>
      </a:lvl3pPr>
      <a:lvl4pPr marL="1293262" algn="l" defTabSz="862174" rtl="0" eaLnBrk="1" latinLnBrk="0" hangingPunct="1">
        <a:defRPr kumimoji="1" sz="1697" kern="1200">
          <a:solidFill>
            <a:schemeClr val="tx1"/>
          </a:solidFill>
          <a:latin typeface="+mn-lt"/>
          <a:ea typeface="+mn-ea"/>
          <a:cs typeface="+mn-cs"/>
        </a:defRPr>
      </a:lvl4pPr>
      <a:lvl5pPr marL="1724348" algn="l" defTabSz="862174" rtl="0" eaLnBrk="1" latinLnBrk="0" hangingPunct="1">
        <a:defRPr kumimoji="1" sz="1697" kern="1200">
          <a:solidFill>
            <a:schemeClr val="tx1"/>
          </a:solidFill>
          <a:latin typeface="+mn-lt"/>
          <a:ea typeface="+mn-ea"/>
          <a:cs typeface="+mn-cs"/>
        </a:defRPr>
      </a:lvl5pPr>
      <a:lvl6pPr marL="2155435" algn="l" defTabSz="862174" rtl="0" eaLnBrk="1" latinLnBrk="0" hangingPunct="1">
        <a:defRPr kumimoji="1" sz="1697" kern="1200">
          <a:solidFill>
            <a:schemeClr val="tx1"/>
          </a:solidFill>
          <a:latin typeface="+mn-lt"/>
          <a:ea typeface="+mn-ea"/>
          <a:cs typeface="+mn-cs"/>
        </a:defRPr>
      </a:lvl6pPr>
      <a:lvl7pPr marL="2586522" algn="l" defTabSz="862174" rtl="0" eaLnBrk="1" latinLnBrk="0" hangingPunct="1">
        <a:defRPr kumimoji="1" sz="1697" kern="1200">
          <a:solidFill>
            <a:schemeClr val="tx1"/>
          </a:solidFill>
          <a:latin typeface="+mn-lt"/>
          <a:ea typeface="+mn-ea"/>
          <a:cs typeface="+mn-cs"/>
        </a:defRPr>
      </a:lvl7pPr>
      <a:lvl8pPr marL="3017610" algn="l" defTabSz="862174" rtl="0" eaLnBrk="1" latinLnBrk="0" hangingPunct="1">
        <a:defRPr kumimoji="1" sz="1697" kern="1200">
          <a:solidFill>
            <a:schemeClr val="tx1"/>
          </a:solidFill>
          <a:latin typeface="+mn-lt"/>
          <a:ea typeface="+mn-ea"/>
          <a:cs typeface="+mn-cs"/>
        </a:defRPr>
      </a:lvl8pPr>
      <a:lvl9pPr marL="3448697" algn="l" defTabSz="862174" rtl="0" eaLnBrk="1" latinLnBrk="0" hangingPunct="1">
        <a:defRPr kumimoji="1" sz="169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D3455A-94BB-4384-9D81-3373DDA6E786}"/>
              </a:ext>
            </a:extLst>
          </p:cNvPr>
          <p:cNvSpPr>
            <a:spLocks noGrp="1"/>
          </p:cNvSpPr>
          <p:nvPr>
            <p:ph type="title"/>
          </p:nvPr>
        </p:nvSpPr>
        <p:spPr>
          <a:xfrm>
            <a:off x="1038706" y="569241"/>
            <a:ext cx="13041939" cy="927667"/>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AD97918-B164-4912-9485-26849240275E}"/>
              </a:ext>
            </a:extLst>
          </p:cNvPr>
          <p:cNvSpPr>
            <a:spLocks noGrp="1"/>
          </p:cNvSpPr>
          <p:nvPr>
            <p:ph type="body" idx="1"/>
          </p:nvPr>
        </p:nvSpPr>
        <p:spPr>
          <a:xfrm>
            <a:off x="1038706" y="1416720"/>
            <a:ext cx="13041939" cy="898099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99147502"/>
      </p:ext>
    </p:extLst>
  </p:cSld>
  <p:clrMap bg1="lt1" tx1="dk1" bg2="lt2" tx2="dk2" accent1="accent1" accent2="accent2" accent3="accent3" accent4="accent4" accent5="accent5" accent6="accent6" hlink="hlink" folHlink="folHlink"/>
  <p:sldLayoutIdLst>
    <p:sldLayoutId id="2147483659" r:id="rId1"/>
    <p:sldLayoutId id="2147483655" r:id="rId2"/>
    <p:sldLayoutId id="2147483660" r:id="rId3"/>
  </p:sldLayoutIdLst>
  <p:txStyles>
    <p:titleStyle>
      <a:lvl1pPr algn="l" defTabSz="1018276" rtl="0" eaLnBrk="1" latinLnBrk="0" hangingPunct="1">
        <a:lnSpc>
          <a:spcPct val="90000"/>
        </a:lnSpc>
        <a:spcBef>
          <a:spcPct val="0"/>
        </a:spcBef>
        <a:buNone/>
        <a:defRPr kumimoji="1" sz="4900" kern="1200">
          <a:solidFill>
            <a:schemeClr val="tx1"/>
          </a:solidFill>
          <a:latin typeface="+mj-lt"/>
          <a:ea typeface="+mj-ea"/>
          <a:cs typeface="+mj-cs"/>
        </a:defRPr>
      </a:lvl1pPr>
    </p:titleStyle>
    <p:bodyStyle>
      <a:lvl1pPr marL="254569" indent="-254569" algn="l" defTabSz="1018276" rtl="0" eaLnBrk="1" latinLnBrk="0" hangingPunct="1">
        <a:lnSpc>
          <a:spcPct val="90000"/>
        </a:lnSpc>
        <a:spcBef>
          <a:spcPts val="1114"/>
        </a:spcBef>
        <a:buFont typeface="Arial" panose="020B0604020202020204" pitchFamily="34" charset="0"/>
        <a:buChar char="•"/>
        <a:defRPr kumimoji="1" sz="3118" kern="1200">
          <a:solidFill>
            <a:schemeClr val="tx1"/>
          </a:solidFill>
          <a:latin typeface="+mn-lt"/>
          <a:ea typeface="+mn-ea"/>
          <a:cs typeface="+mn-cs"/>
        </a:defRPr>
      </a:lvl1pPr>
      <a:lvl2pPr marL="763707" indent="-254569" algn="l" defTabSz="1018276" rtl="0" eaLnBrk="1" latinLnBrk="0" hangingPunct="1">
        <a:lnSpc>
          <a:spcPct val="90000"/>
        </a:lnSpc>
        <a:spcBef>
          <a:spcPts val="557"/>
        </a:spcBef>
        <a:buFont typeface="Arial" panose="020B0604020202020204" pitchFamily="34" charset="0"/>
        <a:buChar char="•"/>
        <a:defRPr kumimoji="1" sz="2673" kern="1200">
          <a:solidFill>
            <a:schemeClr val="tx1"/>
          </a:solidFill>
          <a:latin typeface="+mn-lt"/>
          <a:ea typeface="+mn-ea"/>
          <a:cs typeface="+mn-cs"/>
        </a:defRPr>
      </a:lvl2pPr>
      <a:lvl3pPr marL="1272845" indent="-254569" algn="l" defTabSz="1018276" rtl="0" eaLnBrk="1" latinLnBrk="0" hangingPunct="1">
        <a:lnSpc>
          <a:spcPct val="90000"/>
        </a:lnSpc>
        <a:spcBef>
          <a:spcPts val="557"/>
        </a:spcBef>
        <a:buFont typeface="Arial" panose="020B0604020202020204" pitchFamily="34" charset="0"/>
        <a:buChar char="•"/>
        <a:defRPr kumimoji="1" sz="2227" kern="1200">
          <a:solidFill>
            <a:schemeClr val="tx1"/>
          </a:solidFill>
          <a:latin typeface="+mn-lt"/>
          <a:ea typeface="+mn-ea"/>
          <a:cs typeface="+mn-cs"/>
        </a:defRPr>
      </a:lvl3pPr>
      <a:lvl4pPr marL="1781983"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4pPr>
      <a:lvl5pPr marL="2291121"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5pPr>
      <a:lvl6pPr marL="2800259"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6pPr>
      <a:lvl7pPr marL="3309396"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7pPr>
      <a:lvl8pPr marL="3818534"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8pPr>
      <a:lvl9pPr marL="4327672"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9pPr>
    </p:bodyStyle>
    <p:otherStyle>
      <a:defPPr>
        <a:defRPr lang="ja-JP"/>
      </a:defPPr>
      <a:lvl1pPr marL="0" algn="l" defTabSz="1018276" rtl="0" eaLnBrk="1" latinLnBrk="0" hangingPunct="1">
        <a:defRPr kumimoji="1" sz="2004" kern="1200">
          <a:solidFill>
            <a:schemeClr val="tx1"/>
          </a:solidFill>
          <a:latin typeface="+mn-lt"/>
          <a:ea typeface="+mn-ea"/>
          <a:cs typeface="+mn-cs"/>
        </a:defRPr>
      </a:lvl1pPr>
      <a:lvl2pPr marL="509138" algn="l" defTabSz="1018276" rtl="0" eaLnBrk="1" latinLnBrk="0" hangingPunct="1">
        <a:defRPr kumimoji="1" sz="2004" kern="1200">
          <a:solidFill>
            <a:schemeClr val="tx1"/>
          </a:solidFill>
          <a:latin typeface="+mn-lt"/>
          <a:ea typeface="+mn-ea"/>
          <a:cs typeface="+mn-cs"/>
        </a:defRPr>
      </a:lvl2pPr>
      <a:lvl3pPr marL="1018276" algn="l" defTabSz="1018276" rtl="0" eaLnBrk="1" latinLnBrk="0" hangingPunct="1">
        <a:defRPr kumimoji="1" sz="2004" kern="1200">
          <a:solidFill>
            <a:schemeClr val="tx1"/>
          </a:solidFill>
          <a:latin typeface="+mn-lt"/>
          <a:ea typeface="+mn-ea"/>
          <a:cs typeface="+mn-cs"/>
        </a:defRPr>
      </a:lvl3pPr>
      <a:lvl4pPr marL="1527414" algn="l" defTabSz="1018276" rtl="0" eaLnBrk="1" latinLnBrk="0" hangingPunct="1">
        <a:defRPr kumimoji="1" sz="2004" kern="1200">
          <a:solidFill>
            <a:schemeClr val="tx1"/>
          </a:solidFill>
          <a:latin typeface="+mn-lt"/>
          <a:ea typeface="+mn-ea"/>
          <a:cs typeface="+mn-cs"/>
        </a:defRPr>
      </a:lvl4pPr>
      <a:lvl5pPr marL="2036552" algn="l" defTabSz="1018276" rtl="0" eaLnBrk="1" latinLnBrk="0" hangingPunct="1">
        <a:defRPr kumimoji="1" sz="2004" kern="1200">
          <a:solidFill>
            <a:schemeClr val="tx1"/>
          </a:solidFill>
          <a:latin typeface="+mn-lt"/>
          <a:ea typeface="+mn-ea"/>
          <a:cs typeface="+mn-cs"/>
        </a:defRPr>
      </a:lvl5pPr>
      <a:lvl6pPr marL="2545690" algn="l" defTabSz="1018276" rtl="0" eaLnBrk="1" latinLnBrk="0" hangingPunct="1">
        <a:defRPr kumimoji="1" sz="2004" kern="1200">
          <a:solidFill>
            <a:schemeClr val="tx1"/>
          </a:solidFill>
          <a:latin typeface="+mn-lt"/>
          <a:ea typeface="+mn-ea"/>
          <a:cs typeface="+mn-cs"/>
        </a:defRPr>
      </a:lvl6pPr>
      <a:lvl7pPr marL="3054828" algn="l" defTabSz="1018276" rtl="0" eaLnBrk="1" latinLnBrk="0" hangingPunct="1">
        <a:defRPr kumimoji="1" sz="2004" kern="1200">
          <a:solidFill>
            <a:schemeClr val="tx1"/>
          </a:solidFill>
          <a:latin typeface="+mn-lt"/>
          <a:ea typeface="+mn-ea"/>
          <a:cs typeface="+mn-cs"/>
        </a:defRPr>
      </a:lvl7pPr>
      <a:lvl8pPr marL="3563965" algn="l" defTabSz="1018276" rtl="0" eaLnBrk="1" latinLnBrk="0" hangingPunct="1">
        <a:defRPr kumimoji="1" sz="2004" kern="1200">
          <a:solidFill>
            <a:schemeClr val="tx1"/>
          </a:solidFill>
          <a:latin typeface="+mn-lt"/>
          <a:ea typeface="+mn-ea"/>
          <a:cs typeface="+mn-cs"/>
        </a:defRPr>
      </a:lvl8pPr>
      <a:lvl9pPr marL="4073103" algn="l" defTabSz="1018276" rtl="0" eaLnBrk="1" latinLnBrk="0" hangingPunct="1">
        <a:defRPr kumimoji="1" sz="200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75000"/>
                  </a:schemeClr>
                </a:solidFill>
              </a:defRPr>
            </a:lvl1pPr>
          </a:lstStyle>
          <a:p>
            <a:fld id="{C764DE79-268F-4C1A-8933-263129D2AF90}" type="datetimeFigureOut">
              <a:rPr lang="en-US" dirty="0"/>
              <a:t>8/6/2026</a:t>
            </a:fld>
            <a:endParaRPr lang="en-US" dirty="0"/>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20665756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1425550" rtl="0" eaLnBrk="1" latinLnBrk="0" hangingPunct="1">
        <a:lnSpc>
          <a:spcPct val="90000"/>
        </a:lnSpc>
        <a:spcBef>
          <a:spcPct val="0"/>
        </a:spcBef>
        <a:buNone/>
        <a:defRPr kumimoji="1"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kumimoji="1"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kumimoji="1"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kumimoji="1"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9pPr>
    </p:bodyStyle>
    <p:otherStyle>
      <a:defPPr>
        <a:defRPr lang="en-US"/>
      </a:defPPr>
      <a:lvl1pPr marL="0" algn="l" defTabSz="1425550" rtl="0" eaLnBrk="1" latinLnBrk="0" hangingPunct="1">
        <a:defRPr kumimoji="1" sz="2806" kern="1200">
          <a:solidFill>
            <a:schemeClr val="tx1"/>
          </a:solidFill>
          <a:latin typeface="+mn-lt"/>
          <a:ea typeface="+mn-ea"/>
          <a:cs typeface="+mn-cs"/>
        </a:defRPr>
      </a:lvl1pPr>
      <a:lvl2pPr marL="712775" algn="l" defTabSz="1425550" rtl="0" eaLnBrk="1" latinLnBrk="0" hangingPunct="1">
        <a:defRPr kumimoji="1" sz="2806" kern="1200">
          <a:solidFill>
            <a:schemeClr val="tx1"/>
          </a:solidFill>
          <a:latin typeface="+mn-lt"/>
          <a:ea typeface="+mn-ea"/>
          <a:cs typeface="+mn-cs"/>
        </a:defRPr>
      </a:lvl2pPr>
      <a:lvl3pPr marL="1425550" algn="l" defTabSz="1425550" rtl="0" eaLnBrk="1" latinLnBrk="0" hangingPunct="1">
        <a:defRPr kumimoji="1" sz="2806" kern="1200">
          <a:solidFill>
            <a:schemeClr val="tx1"/>
          </a:solidFill>
          <a:latin typeface="+mn-lt"/>
          <a:ea typeface="+mn-ea"/>
          <a:cs typeface="+mn-cs"/>
        </a:defRPr>
      </a:lvl3pPr>
      <a:lvl4pPr marL="2138324" algn="l" defTabSz="1425550" rtl="0" eaLnBrk="1" latinLnBrk="0" hangingPunct="1">
        <a:defRPr kumimoji="1" sz="2806" kern="1200">
          <a:solidFill>
            <a:schemeClr val="tx1"/>
          </a:solidFill>
          <a:latin typeface="+mn-lt"/>
          <a:ea typeface="+mn-ea"/>
          <a:cs typeface="+mn-cs"/>
        </a:defRPr>
      </a:lvl4pPr>
      <a:lvl5pPr marL="2851099" algn="l" defTabSz="1425550" rtl="0" eaLnBrk="1" latinLnBrk="0" hangingPunct="1">
        <a:defRPr kumimoji="1" sz="2806" kern="1200">
          <a:solidFill>
            <a:schemeClr val="tx1"/>
          </a:solidFill>
          <a:latin typeface="+mn-lt"/>
          <a:ea typeface="+mn-ea"/>
          <a:cs typeface="+mn-cs"/>
        </a:defRPr>
      </a:lvl5pPr>
      <a:lvl6pPr marL="3563874" algn="l" defTabSz="1425550" rtl="0" eaLnBrk="1" latinLnBrk="0" hangingPunct="1">
        <a:defRPr kumimoji="1" sz="2806" kern="1200">
          <a:solidFill>
            <a:schemeClr val="tx1"/>
          </a:solidFill>
          <a:latin typeface="+mn-lt"/>
          <a:ea typeface="+mn-ea"/>
          <a:cs typeface="+mn-cs"/>
        </a:defRPr>
      </a:lvl6pPr>
      <a:lvl7pPr marL="4276649" algn="l" defTabSz="1425550" rtl="0" eaLnBrk="1" latinLnBrk="0" hangingPunct="1">
        <a:defRPr kumimoji="1" sz="2806" kern="1200">
          <a:solidFill>
            <a:schemeClr val="tx1"/>
          </a:solidFill>
          <a:latin typeface="+mn-lt"/>
          <a:ea typeface="+mn-ea"/>
          <a:cs typeface="+mn-cs"/>
        </a:defRPr>
      </a:lvl7pPr>
      <a:lvl8pPr marL="4989424" algn="l" defTabSz="1425550" rtl="0" eaLnBrk="1" latinLnBrk="0" hangingPunct="1">
        <a:defRPr kumimoji="1" sz="2806" kern="1200">
          <a:solidFill>
            <a:schemeClr val="tx1"/>
          </a:solidFill>
          <a:latin typeface="+mn-lt"/>
          <a:ea typeface="+mn-ea"/>
          <a:cs typeface="+mn-cs"/>
        </a:defRPr>
      </a:lvl8pPr>
      <a:lvl9pPr marL="5702198" algn="l" defTabSz="1425550" rtl="0" eaLnBrk="1" latinLnBrk="0" hangingPunct="1">
        <a:defRPr kumimoji="1"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emf"/><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7">
            <a:extLst>
              <a:ext uri="{FF2B5EF4-FFF2-40B4-BE49-F238E27FC236}">
                <a16:creationId xmlns:a16="http://schemas.microsoft.com/office/drawing/2014/main" id="{4C5521D0-6D4E-9F47-9798-8C12AB809BDC}"/>
              </a:ext>
            </a:extLst>
          </p:cNvPr>
          <p:cNvSpPr>
            <a:spLocks noChangeArrowheads="1"/>
          </p:cNvSpPr>
          <p:nvPr/>
        </p:nvSpPr>
        <p:spPr bwMode="auto">
          <a:xfrm>
            <a:off x="7991723" y="37428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en-US" sz="2400" dirty="0">
                <a:latin typeface="ＭＳ Ｐゴシック" panose="020B0600070205080204" pitchFamily="34" charset="-128"/>
              </a:rPr>
              <a:t>東京北関東</a:t>
            </a:r>
          </a:p>
        </p:txBody>
      </p:sp>
      <p:sp>
        <p:nvSpPr>
          <p:cNvPr id="7" name="Rectangle 4">
            <a:extLst>
              <a:ext uri="{FF2B5EF4-FFF2-40B4-BE49-F238E27FC236}">
                <a16:creationId xmlns:a16="http://schemas.microsoft.com/office/drawing/2014/main" id="{4DCE695B-C0E7-7944-89B8-D691FAEA74EE}"/>
              </a:ext>
            </a:extLst>
          </p:cNvPr>
          <p:cNvSpPr>
            <a:spLocks noChangeArrowheads="1"/>
          </p:cNvSpPr>
          <p:nvPr/>
        </p:nvSpPr>
        <p:spPr bwMode="auto">
          <a:xfrm>
            <a:off x="7559674" y="2048052"/>
            <a:ext cx="7344815" cy="8349665"/>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80000"/>
              </a:lnSpc>
              <a:spcBef>
                <a:spcPct val="20000"/>
              </a:spcBef>
            </a:pPr>
            <a:r>
              <a:rPr lang="ja-JP" altLang="en-US" sz="2168" b="1" dirty="0">
                <a:solidFill>
                  <a:srgbClr val="FF0000"/>
                </a:solidFill>
              </a:rPr>
              <a:t>モデルの構成</a:t>
            </a:r>
            <a:endParaRPr lang="en-US" altLang="ja-JP" sz="2168" b="1" dirty="0">
              <a:solidFill>
                <a:srgbClr val="FF0000"/>
              </a:solidFill>
            </a:endParaRPr>
          </a:p>
          <a:p>
            <a:pPr marL="381853" indent="-381853" defTabSz="1018276" eaLnBrk="1" hangingPunct="1">
              <a:lnSpc>
                <a:spcPct val="80000"/>
              </a:lnSpc>
              <a:spcBef>
                <a:spcPts val="668"/>
              </a:spcBef>
              <a:buFont typeface="+mj-lt"/>
              <a:buAutoNum type="arabicPeriod"/>
            </a:pPr>
            <a:r>
              <a:rPr lang="ja-JP" altLang="en-US" sz="1782" dirty="0">
                <a:solidFill>
                  <a:prstClr val="black"/>
                </a:solidFill>
                <a:latin typeface="HG丸ｺﾞｼｯｸM-PRO" panose="020F0600000000000000" pitchFamily="50" charset="-128"/>
                <a:ea typeface="HG丸ｺﾞｼｯｸM-PRO" panose="020F0600000000000000" pitchFamily="50" charset="-128"/>
              </a:rPr>
              <a:t>要求分析</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ダミーテキストダミーテキストダミーテキストダミーテキストダミーテキストダミーテキストダミーテキストダミーテキスト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381853" indent="-381853" defTabSz="1018276" eaLnBrk="1" hangingPunct="1">
              <a:lnSpc>
                <a:spcPct val="80000"/>
              </a:lnSpc>
              <a:spcBef>
                <a:spcPts val="668"/>
              </a:spcBef>
              <a:buFont typeface="+mj-lt"/>
              <a:buAutoNum type="arabicPeriod" startAt="2"/>
            </a:pPr>
            <a:r>
              <a:rPr lang="ja-JP" altLang="en-US" sz="1782" dirty="0">
                <a:solidFill>
                  <a:prstClr val="black"/>
                </a:solidFill>
                <a:latin typeface="HG丸ｺﾞｼｯｸM-PRO" panose="020F0600000000000000" pitchFamily="50" charset="-128"/>
                <a:ea typeface="HG丸ｺﾞｼｯｸM-PRO" panose="020F0600000000000000" pitchFamily="50" charset="-128"/>
              </a:rPr>
              <a:t>分析モデル</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ダミーテキストダミーテキストダミーテキストダミーテキストダミーテキストダミーテキストダミーテキストダミーテキスト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endParaRPr lang="en-US" altLang="ja-JP" sz="1782" dirty="0">
              <a:latin typeface="HG丸ｺﾞｼｯｸM-PRO" panose="020F0600000000000000" pitchFamily="50" charset="-128"/>
              <a:ea typeface="HG丸ｺﾞｼｯｸM-PRO" panose="020F0600000000000000" pitchFamily="50" charset="-128"/>
            </a:endParaRP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（文字サイズは</a:t>
            </a:r>
            <a:r>
              <a:rPr lang="en-US" altLang="ja-JP" sz="1782" dirty="0">
                <a:latin typeface="HG丸ｺﾞｼｯｸM-PRO" panose="020F0600000000000000" pitchFamily="50" charset="-128"/>
                <a:ea typeface="HG丸ｺﾞｼｯｸM-PRO" panose="020F0600000000000000" pitchFamily="50" charset="-128"/>
              </a:rPr>
              <a:t>16</a:t>
            </a:r>
            <a:r>
              <a:rPr lang="ja-JP" altLang="en-US" sz="1782" dirty="0">
                <a:latin typeface="HG丸ｺﾞｼｯｸM-PRO" panose="020F0600000000000000" pitchFamily="50" charset="-128"/>
                <a:ea typeface="HG丸ｺﾞｼｯｸM-PRO" panose="020F0600000000000000" pitchFamily="50" charset="-128"/>
              </a:rPr>
              <a:t>ポイント以上）</a:t>
            </a:r>
          </a:p>
          <a:p>
            <a:pPr marL="219212" indent="-219212" eaLnBrk="1" hangingPunct="1">
              <a:lnSpc>
                <a:spcPct val="80000"/>
              </a:lnSpc>
              <a:spcBef>
                <a:spcPts val="668"/>
              </a:spcBef>
              <a:buFont typeface="Arial" panose="020B0604020202020204" pitchFamily="34" charset="0"/>
              <a:buChar char="•"/>
            </a:pPr>
            <a:endParaRPr lang="ja-JP" altLang="en-US" sz="1782" dirty="0">
              <a:latin typeface="HG丸ｺﾞｼｯｸM-PRO" panose="020F0600000000000000" pitchFamily="50" charset="-128"/>
              <a:ea typeface="HG丸ｺﾞｼｯｸM-PRO" panose="020F0600000000000000" pitchFamily="50" charset="-128"/>
            </a:endParaRPr>
          </a:p>
        </p:txBody>
      </p:sp>
      <p:sp>
        <p:nvSpPr>
          <p:cNvPr id="8" name="テキスト ボックス 7">
            <a:extLst>
              <a:ext uri="{FF2B5EF4-FFF2-40B4-BE49-F238E27FC236}">
                <a16:creationId xmlns:a16="http://schemas.microsoft.com/office/drawing/2014/main" id="{1A20F311-75C9-FC41-879D-AE0D34B8EB9B}"/>
              </a:ext>
            </a:extLst>
          </p:cNvPr>
          <p:cNvSpPr txBox="1"/>
          <p:nvPr/>
        </p:nvSpPr>
        <p:spPr>
          <a:xfrm>
            <a:off x="214860" y="9656575"/>
            <a:ext cx="7104254" cy="723916"/>
          </a:xfrm>
          <a:prstGeom prst="rect">
            <a:avLst/>
          </a:prstGeom>
          <a:solidFill>
            <a:schemeClr val="bg1">
              <a:lumMod val="95000"/>
            </a:schemeClr>
          </a:solidFill>
        </p:spPr>
        <p:txBody>
          <a:bodyPr wrap="square" rtlCol="0">
            <a:spAutoFit/>
          </a:bodyPr>
          <a:lstStyle/>
          <a:p>
            <a:r>
              <a:rPr lang="ja-JP" altLang="en-US" sz="2052" dirty="0">
                <a:solidFill>
                  <a:schemeClr val="bg1">
                    <a:lumMod val="50000"/>
                  </a:schemeClr>
                </a:solidFill>
              </a:rPr>
              <a:t>ここに書いた説明で、モデル図全体を読んで得られる分析、設計の全体像、重要なポイント、効果や実績を捉えることができる</a:t>
            </a:r>
          </a:p>
        </p:txBody>
      </p:sp>
      <p:sp>
        <p:nvSpPr>
          <p:cNvPr id="9" name="テキスト ボックス 8">
            <a:extLst>
              <a:ext uri="{FF2B5EF4-FFF2-40B4-BE49-F238E27FC236}">
                <a16:creationId xmlns:a16="http://schemas.microsoft.com/office/drawing/2014/main" id="{CC3979B9-54E4-F345-81E2-BD645CFE28B9}"/>
              </a:ext>
            </a:extLst>
          </p:cNvPr>
          <p:cNvSpPr txBox="1"/>
          <p:nvPr/>
        </p:nvSpPr>
        <p:spPr>
          <a:xfrm>
            <a:off x="7583428" y="9022820"/>
            <a:ext cx="7321061" cy="1355499"/>
          </a:xfrm>
          <a:prstGeom prst="rect">
            <a:avLst/>
          </a:prstGeom>
          <a:solidFill>
            <a:schemeClr val="bg1">
              <a:lumMod val="95000"/>
            </a:schemeClr>
          </a:solidFill>
        </p:spPr>
        <p:txBody>
          <a:bodyPr wrap="square" rtlCol="0">
            <a:spAutoFit/>
          </a:bodyPr>
          <a:lstStyle/>
          <a:p>
            <a:r>
              <a:rPr lang="ja-JP" altLang="en-US" sz="2052" dirty="0">
                <a:solidFill>
                  <a:schemeClr val="bg1">
                    <a:lumMod val="50000"/>
                  </a:schemeClr>
                </a:solidFill>
              </a:rPr>
              <a:t>ここに書いた説明で、どのように分析設計が進められ、分析に何が書いてあるか、設計の何が書いてあるか、制御として何に取り組んでいるか、それらがどのようにつながっているか、といったことが把握できる</a:t>
            </a:r>
          </a:p>
        </p:txBody>
      </p:sp>
      <p:sp>
        <p:nvSpPr>
          <p:cNvPr id="10" name="テキスト ボックス 9">
            <a:extLst>
              <a:ext uri="{FF2B5EF4-FFF2-40B4-BE49-F238E27FC236}">
                <a16:creationId xmlns:a16="http://schemas.microsoft.com/office/drawing/2014/main" id="{293D6709-775D-814B-8D7B-66C88BB8FC31}"/>
              </a:ext>
            </a:extLst>
          </p:cNvPr>
          <p:cNvSpPr txBox="1"/>
          <p:nvPr/>
        </p:nvSpPr>
        <p:spPr>
          <a:xfrm>
            <a:off x="214860" y="5448409"/>
            <a:ext cx="7104253" cy="408125"/>
          </a:xfrm>
          <a:prstGeom prst="rect">
            <a:avLst/>
          </a:prstGeom>
          <a:solidFill>
            <a:schemeClr val="bg1">
              <a:lumMod val="95000"/>
            </a:schemeClr>
          </a:solidFill>
        </p:spPr>
        <p:txBody>
          <a:bodyPr wrap="square" rtlCol="0">
            <a:spAutoFit/>
          </a:bodyPr>
          <a:lstStyle/>
          <a:p>
            <a:r>
              <a:rPr lang="ja-JP" altLang="en-US" sz="2052" dirty="0">
                <a:solidFill>
                  <a:schemeClr val="bg1">
                    <a:lumMod val="50000"/>
                  </a:schemeClr>
                </a:solidFill>
              </a:rPr>
              <a:t>配布時のこの領域の大きさが記載可能な範囲です</a:t>
            </a:r>
          </a:p>
        </p:txBody>
      </p:sp>
      <p:sp>
        <p:nvSpPr>
          <p:cNvPr id="14" name="吹き出し: 四角形 15">
            <a:extLst>
              <a:ext uri="{FF2B5EF4-FFF2-40B4-BE49-F238E27FC236}">
                <a16:creationId xmlns:a16="http://schemas.microsoft.com/office/drawing/2014/main" id="{9CC1E1A6-FEA3-3D42-BCF8-139C71F08402}"/>
              </a:ext>
            </a:extLst>
          </p:cNvPr>
          <p:cNvSpPr/>
          <p:nvPr/>
        </p:nvSpPr>
        <p:spPr>
          <a:xfrm>
            <a:off x="9966460" y="7169909"/>
            <a:ext cx="3206339" cy="882062"/>
          </a:xfrm>
          <a:prstGeom prst="wedgeRectCallout">
            <a:avLst>
              <a:gd name="adj1" fmla="val -77127"/>
              <a:gd name="adj2" fmla="val 206505"/>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2052" dirty="0">
                <a:solidFill>
                  <a:srgbClr val="0070C0"/>
                </a:solidFill>
              </a:rPr>
              <a:t>提出時には消してください</a:t>
            </a:r>
          </a:p>
        </p:txBody>
      </p:sp>
      <p:sp>
        <p:nvSpPr>
          <p:cNvPr id="17" name="Rectangle 3">
            <a:extLst>
              <a:ext uri="{FF2B5EF4-FFF2-40B4-BE49-F238E27FC236}">
                <a16:creationId xmlns:a16="http://schemas.microsoft.com/office/drawing/2014/main" id="{12351C5A-CF92-284C-AD2D-94D23A07A721}"/>
              </a:ext>
            </a:extLst>
          </p:cNvPr>
          <p:cNvSpPr>
            <a:spLocks noChangeArrowheads="1"/>
          </p:cNvSpPr>
          <p:nvPr/>
        </p:nvSpPr>
        <p:spPr bwMode="auto">
          <a:xfrm>
            <a:off x="214860" y="2048052"/>
            <a:ext cx="7104254" cy="3808482"/>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80000"/>
              </a:lnSpc>
              <a:spcBef>
                <a:spcPct val="20000"/>
              </a:spcBef>
            </a:pPr>
            <a:r>
              <a:rPr lang="ja-JP" altLang="en-US" sz="2168" b="1" dirty="0"/>
              <a:t>チーム紹介、目標、意気込み</a:t>
            </a:r>
            <a:endParaRPr lang="ja-JP" altLang="en-US" sz="1782" dirty="0"/>
          </a:p>
          <a:p>
            <a:pPr marL="0" indent="0"/>
            <a:r>
              <a:rPr lang="ja-JP" altLang="en-US" sz="1782" dirty="0">
                <a:latin typeface="HG丸ｺﾞｼｯｸM-PRO" panose="020F0600000000000000" pitchFamily="50" charset="-128"/>
                <a:ea typeface="HG丸ｺﾞｼｯｸM-PRO" panose="020F0600000000000000" pitchFamily="50" charset="-128"/>
              </a:rPr>
              <a:t>ダミーテキストダミーテキストダミーテキストダミーテキスト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endParaRPr lang="ja-JP" altLang="en-US" sz="2004" dirty="0">
              <a:latin typeface="HG丸ｺﾞｼｯｸM-PRO" panose="020F0600000000000000" pitchFamily="50" charset="-128"/>
              <a:ea typeface="HG丸ｺﾞｼｯｸM-PRO" panose="020F0600000000000000" pitchFamily="50" charset="-128"/>
            </a:endParaRPr>
          </a:p>
        </p:txBody>
      </p:sp>
      <p:sp>
        <p:nvSpPr>
          <p:cNvPr id="18" name="Rectangle 3">
            <a:extLst>
              <a:ext uri="{FF2B5EF4-FFF2-40B4-BE49-F238E27FC236}">
                <a16:creationId xmlns:a16="http://schemas.microsoft.com/office/drawing/2014/main" id="{C94F9FC9-983D-6341-84E1-6185BB35C52E}"/>
              </a:ext>
            </a:extLst>
          </p:cNvPr>
          <p:cNvSpPr>
            <a:spLocks noChangeArrowheads="1"/>
          </p:cNvSpPr>
          <p:nvPr/>
        </p:nvSpPr>
        <p:spPr bwMode="auto">
          <a:xfrm>
            <a:off x="214860" y="6054252"/>
            <a:ext cx="7104254" cy="4343465"/>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marL="0" indent="0" defTabSz="862174" eaLnBrk="1" hangingPunct="1">
              <a:lnSpc>
                <a:spcPct val="80000"/>
              </a:lnSpc>
              <a:spcBef>
                <a:spcPct val="20000"/>
              </a:spcBef>
            </a:pPr>
            <a:r>
              <a:rPr lang="ja-JP" altLang="en-US" sz="2168" b="1" dirty="0">
                <a:solidFill>
                  <a:srgbClr val="FF0000"/>
                </a:solidFill>
              </a:rPr>
              <a:t>モデルの概要</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ダミーテキストダミーテキストダミーテキストダミーテキストダミーテキストダミーテキストダミーテキストダミーテキスト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endParaRPr lang="en-US" altLang="ja-JP" sz="1782" dirty="0">
              <a:latin typeface="HG丸ｺﾞｼｯｸM-PRO" panose="020F0600000000000000" pitchFamily="50" charset="-128"/>
              <a:ea typeface="HG丸ｺﾞｼｯｸM-PRO" panose="020F0600000000000000" pitchFamily="50" charset="-128"/>
            </a:endParaRP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（文字サイズは</a:t>
            </a:r>
            <a:r>
              <a:rPr lang="en-US" altLang="ja-JP" sz="1782" dirty="0">
                <a:latin typeface="HG丸ｺﾞｼｯｸM-PRO" panose="020F0600000000000000" pitchFamily="50" charset="-128"/>
                <a:ea typeface="HG丸ｺﾞｼｯｸM-PRO" panose="020F0600000000000000" pitchFamily="50" charset="-128"/>
              </a:rPr>
              <a:t>16</a:t>
            </a:r>
            <a:r>
              <a:rPr lang="ja-JP" altLang="en-US" sz="1782" dirty="0">
                <a:latin typeface="HG丸ｺﾞｼｯｸM-PRO" panose="020F0600000000000000" pitchFamily="50" charset="-128"/>
                <a:ea typeface="HG丸ｺﾞｼｯｸM-PRO" panose="020F0600000000000000" pitchFamily="50" charset="-128"/>
              </a:rPr>
              <a:t>ポイント以上、全角で</a:t>
            </a:r>
            <a:r>
              <a:rPr lang="en-US" altLang="ja-JP" sz="1782" dirty="0">
                <a:latin typeface="HG丸ｺﾞｼｯｸM-PRO" panose="020F0600000000000000" pitchFamily="50" charset="-128"/>
                <a:ea typeface="HG丸ｺﾞｼｯｸM-PRO" panose="020F0600000000000000" pitchFamily="50" charset="-128"/>
              </a:rPr>
              <a:t>300</a:t>
            </a:r>
            <a:r>
              <a:rPr lang="ja-JP" altLang="en-US" sz="1782" dirty="0">
                <a:latin typeface="HG丸ｺﾞｼｯｸM-PRO" panose="020F0600000000000000" pitchFamily="50" charset="-128"/>
                <a:ea typeface="HG丸ｺﾞｼｯｸM-PRO" panose="020F0600000000000000" pitchFamily="50" charset="-128"/>
              </a:rPr>
              <a:t>文字程度）</a:t>
            </a:r>
          </a:p>
          <a:p>
            <a:pPr marL="0" indent="0" eaLnBrk="1" hangingPunct="1">
              <a:lnSpc>
                <a:spcPct val="80000"/>
              </a:lnSpc>
              <a:spcBef>
                <a:spcPts val="668"/>
              </a:spcBef>
            </a:pPr>
            <a:endParaRPr lang="ja-JP" altLang="en-US" sz="1782"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dirty="0">
              <a:latin typeface="HG丸ｺﾞｼｯｸM-PRO" panose="020F0600000000000000" pitchFamily="50" charset="-128"/>
              <a:ea typeface="HG丸ｺﾞｼｯｸM-PRO" panose="020F0600000000000000" pitchFamily="50" charset="-128"/>
            </a:endParaRPr>
          </a:p>
        </p:txBody>
      </p:sp>
      <p:sp>
        <p:nvSpPr>
          <p:cNvPr id="20" name="Rectangle 17">
            <a:extLst>
              <a:ext uri="{FF2B5EF4-FFF2-40B4-BE49-F238E27FC236}">
                <a16:creationId xmlns:a16="http://schemas.microsoft.com/office/drawing/2014/main" id="{C1472DD0-14C8-01CA-4AAE-6BECD5AF0D4D}"/>
              </a:ext>
            </a:extLst>
          </p:cNvPr>
          <p:cNvSpPr>
            <a:spLocks noChangeArrowheads="1"/>
          </p:cNvSpPr>
          <p:nvPr/>
        </p:nvSpPr>
        <p:spPr bwMode="auto">
          <a:xfrm>
            <a:off x="7475852" y="132647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ja-JP" dirty="0"/>
              <a:t>群馬大学 情報学部／株式会社トーセーシステムズ</a:t>
            </a:r>
            <a:endParaRPr lang="ja-JP" altLang="en-US" sz="2400" dirty="0">
              <a:latin typeface="ＭＳ Ｐゴシック" panose="020B0600070205080204" pitchFamily="34" charset="-128"/>
            </a:endParaRPr>
          </a:p>
        </p:txBody>
      </p:sp>
      <p:sp>
        <p:nvSpPr>
          <p:cNvPr id="21" name="Rectangle 17">
            <a:extLst>
              <a:ext uri="{FF2B5EF4-FFF2-40B4-BE49-F238E27FC236}">
                <a16:creationId xmlns:a16="http://schemas.microsoft.com/office/drawing/2014/main" id="{F6161D09-00FF-31B1-120D-6EDB038DCF65}"/>
              </a:ext>
            </a:extLst>
          </p:cNvPr>
          <p:cNvSpPr>
            <a:spLocks noChangeArrowheads="1"/>
          </p:cNvSpPr>
          <p:nvPr/>
        </p:nvSpPr>
        <p:spPr bwMode="auto">
          <a:xfrm>
            <a:off x="7475852" y="850377"/>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ja-JP" dirty="0"/>
              <a:t>群馬県前橋市</a:t>
            </a:r>
            <a:endParaRPr lang="ja-JP" altLang="en-US" sz="2400" dirty="0">
              <a:latin typeface="ＭＳ Ｐゴシック" panose="020B0600070205080204" pitchFamily="34" charset="-128"/>
            </a:endParaRPr>
          </a:p>
        </p:txBody>
      </p:sp>
      <p:sp>
        <p:nvSpPr>
          <p:cNvPr id="22" name="Rectangle 17">
            <a:extLst>
              <a:ext uri="{FF2B5EF4-FFF2-40B4-BE49-F238E27FC236}">
                <a16:creationId xmlns:a16="http://schemas.microsoft.com/office/drawing/2014/main" id="{46801F28-0D57-20B0-9666-44E8A6E30319}"/>
              </a:ext>
            </a:extLst>
          </p:cNvPr>
          <p:cNvSpPr>
            <a:spLocks noChangeArrowheads="1"/>
          </p:cNvSpPr>
          <p:nvPr/>
        </p:nvSpPr>
        <p:spPr bwMode="auto">
          <a:xfrm>
            <a:off x="619298" y="1326472"/>
            <a:ext cx="1179737"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80</a:t>
            </a:r>
            <a:endParaRPr lang="ja-JP" altLang="en-US" sz="2400" dirty="0">
              <a:latin typeface="ＭＳ Ｐゴシック" panose="020B0600070205080204" pitchFamily="34" charset="-128"/>
            </a:endParaRPr>
          </a:p>
        </p:txBody>
      </p:sp>
      <p:sp>
        <p:nvSpPr>
          <p:cNvPr id="23" name="Rectangle 17">
            <a:extLst>
              <a:ext uri="{FF2B5EF4-FFF2-40B4-BE49-F238E27FC236}">
                <a16:creationId xmlns:a16="http://schemas.microsoft.com/office/drawing/2014/main" id="{943C4037-4556-7D81-BB8F-160251C9268A}"/>
              </a:ext>
            </a:extLst>
          </p:cNvPr>
          <p:cNvSpPr>
            <a:spLocks noChangeArrowheads="1"/>
          </p:cNvSpPr>
          <p:nvPr/>
        </p:nvSpPr>
        <p:spPr bwMode="auto">
          <a:xfrm>
            <a:off x="3341299" y="1326472"/>
            <a:ext cx="1296144"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ja-JP" dirty="0">
                <a:latin typeface="+mj-ea"/>
                <a:ea typeface="+mj-ea"/>
              </a:rPr>
              <a:t>&amp;-RA3BITS</a:t>
            </a:r>
            <a:endParaRPr lang="ja-JP" altLang="en-US" sz="2400" dirty="0">
              <a:latin typeface="+mj-ea"/>
              <a:ea typeface="+mj-ea"/>
            </a:endParaRPr>
          </a:p>
        </p:txBody>
      </p:sp>
    </p:spTree>
    <p:extLst>
      <p:ext uri="{BB962C8B-B14F-4D97-AF65-F5344CB8AC3E}">
        <p14:creationId xmlns:p14="http://schemas.microsoft.com/office/powerpoint/2010/main" val="362217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9E97F26-ED30-4870-B29B-88DD2A395D18}"/>
              </a:ext>
            </a:extLst>
          </p:cNvPr>
          <p:cNvSpPr>
            <a:spLocks noGrp="1"/>
          </p:cNvSpPr>
          <p:nvPr>
            <p:ph type="title"/>
          </p:nvPr>
        </p:nvSpPr>
        <p:spPr>
          <a:xfrm>
            <a:off x="842121" y="503476"/>
            <a:ext cx="13040439" cy="2066590"/>
          </a:xfrm>
        </p:spPr>
        <p:txBody>
          <a:bodyPr/>
          <a:lstStyle/>
          <a:p>
            <a:r>
              <a:rPr kumimoji="1" lang="ja-JP" altLang="en-US" dirty="0"/>
              <a:t>機能モデル</a:t>
            </a:r>
          </a:p>
        </p:txBody>
      </p:sp>
      <p:sp>
        <p:nvSpPr>
          <p:cNvPr id="2" name="四角形: 角を丸くする 1">
            <a:extLst>
              <a:ext uri="{FF2B5EF4-FFF2-40B4-BE49-F238E27FC236}">
                <a16:creationId xmlns:a16="http://schemas.microsoft.com/office/drawing/2014/main" id="{8F223B6B-DAF2-CC5A-60D9-4F31499746AE}"/>
              </a:ext>
            </a:extLst>
          </p:cNvPr>
          <p:cNvSpPr/>
          <p:nvPr/>
        </p:nvSpPr>
        <p:spPr>
          <a:xfrm>
            <a:off x="15389563" y="8240405"/>
            <a:ext cx="7056784" cy="2304256"/>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500"/>
              </a:lnSpc>
            </a:pPr>
            <a:r>
              <a:rPr lang="en-US" altLang="ja-JP" sz="1050" dirty="0">
                <a:solidFill>
                  <a:schemeClr val="tx1"/>
                </a:solidFill>
                <a:latin typeface="Meiryo UI" panose="020B0604030504040204" pitchFamily="50" charset="-128"/>
                <a:ea typeface="Meiryo UI" panose="020B0604030504040204" pitchFamily="50" charset="-128"/>
              </a:rPr>
              <a:t>【</a:t>
            </a:r>
            <a:r>
              <a:rPr lang="ja-JP" altLang="en-US" sz="1050" dirty="0">
                <a:solidFill>
                  <a:schemeClr val="tx1"/>
                </a:solidFill>
                <a:latin typeface="Meiryo UI" panose="020B0604030504040204" pitchFamily="50" charset="-128"/>
                <a:ea typeface="Meiryo UI" panose="020B0604030504040204" pitchFamily="50" charset="-128"/>
              </a:rPr>
              <a:t>モデル図ページにおける文字サイズ</a:t>
            </a:r>
            <a:r>
              <a:rPr lang="en-US" altLang="ja-JP" sz="1050" dirty="0">
                <a:solidFill>
                  <a:schemeClr val="tx1"/>
                </a:solidFill>
                <a:latin typeface="Meiryo UI" panose="020B0604030504040204" pitchFamily="50" charset="-128"/>
                <a:ea typeface="Meiryo UI" panose="020B0604030504040204" pitchFamily="50" charset="-128"/>
              </a:rPr>
              <a:t>】</a:t>
            </a:r>
          </a:p>
          <a:p>
            <a:pPr>
              <a:lnSpc>
                <a:spcPts val="1500"/>
              </a:lnSpc>
            </a:pPr>
            <a:r>
              <a:rPr lang="ja-JP" altLang="en-US" sz="1050" dirty="0">
                <a:solidFill>
                  <a:schemeClr val="tx1"/>
                </a:solidFill>
                <a:latin typeface="Meiryo UI" panose="020B0604030504040204" pitchFamily="50" charset="-128"/>
                <a:ea typeface="Meiryo UI" panose="020B0604030504040204" pitchFamily="50" charset="-128"/>
              </a:rPr>
              <a:t>審査規約には以下の記載があります：</a:t>
            </a:r>
            <a:endParaRPr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dirty="0">
                <a:solidFill>
                  <a:schemeClr val="tx1"/>
                </a:solidFill>
                <a:latin typeface="Meiryo UI" panose="020B0604030504040204" pitchFamily="50" charset="-128"/>
                <a:ea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rPr>
              <a:t>印刷時に読みにくい文字サイズや画像解像度で記載されているモデルは、減点や表彰対象外になる可能性があります」</a:t>
            </a:r>
            <a:endParaRPr kumimoji="1" lang="en-US" altLang="ja-JP" sz="1050" b="1" dirty="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dirty="0">
                <a:solidFill>
                  <a:schemeClr val="tx1"/>
                </a:solidFill>
                <a:latin typeface="Meiryo UI" panose="020B0604030504040204" pitchFamily="50" charset="-128"/>
                <a:ea typeface="Meiryo UI" panose="020B0604030504040204" pitchFamily="50" charset="-128"/>
              </a:rPr>
              <a:t>このテキストボックスは「</a:t>
            </a:r>
            <a:r>
              <a:rPr lang="en-US" altLang="ja-JP" sz="1050" dirty="0" err="1">
                <a:solidFill>
                  <a:schemeClr val="tx1"/>
                </a:solidFill>
                <a:latin typeface="Meiryo UI" panose="020B0604030504040204" pitchFamily="50" charset="-128"/>
                <a:ea typeface="Meiryo UI" panose="020B0604030504040204" pitchFamily="50" charset="-128"/>
              </a:rPr>
              <a:t>Meiryo</a:t>
            </a:r>
            <a:r>
              <a:rPr lang="en-US" altLang="ja-JP" sz="1050" dirty="0">
                <a:solidFill>
                  <a:schemeClr val="tx1"/>
                </a:solidFill>
                <a:latin typeface="Meiryo UI" panose="020B0604030504040204" pitchFamily="50" charset="-128"/>
                <a:ea typeface="Meiryo UI" panose="020B0604030504040204" pitchFamily="50" charset="-128"/>
              </a:rPr>
              <a:t> UI 10.5pt</a:t>
            </a:r>
            <a:r>
              <a:rPr lang="ja-JP" altLang="en-US" sz="1050" dirty="0">
                <a:solidFill>
                  <a:schemeClr val="tx1"/>
                </a:solidFill>
                <a:latin typeface="Meiryo UI" panose="020B0604030504040204" pitchFamily="50" charset="-128"/>
                <a:ea typeface="Meiryo UI" panose="020B0604030504040204" pitchFamily="50" charset="-128"/>
              </a:rPr>
              <a:t>」で記載されています。文章の記載にあたりフォントの選択は自由ですが、文字サイズは概ねこれを下回らない目安で設定してください。行間も詰めすぎないように注意しましょう。</a:t>
            </a:r>
            <a:endParaRPr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endParaRPr kumimoji="1"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r>
              <a:rPr kumimoji="1" lang="ja-JP" altLang="en-US" sz="1050" dirty="0">
                <a:solidFill>
                  <a:schemeClr val="tx1"/>
                </a:solidFill>
                <a:latin typeface="Meiryo UI" panose="020B0604030504040204" pitchFamily="50" charset="-128"/>
                <a:ea typeface="Meiryo UI" panose="020B0604030504040204" pitchFamily="50" charset="-128"/>
              </a:rPr>
              <a:t>モデルを貼り付ける際の文字サイズも小さくなりすぎることなく、また低解像度にならないようにしてください。最低でも下図程度のサイズは確保してください。</a:t>
            </a:r>
            <a:endParaRPr kumimoji="1"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endParaRPr kumimoji="1" lang="ja-JP" altLang="en-US" sz="1050" dirty="0">
              <a:solidFill>
                <a:schemeClr val="tx1"/>
              </a:solidFill>
              <a:latin typeface="Meiryo UI" panose="020B0604030504040204" pitchFamily="50" charset="-128"/>
              <a:ea typeface="Meiryo UI" panose="020B0604030504040204" pitchFamily="50" charset="-128"/>
            </a:endParaRPr>
          </a:p>
          <a:p>
            <a:pPr algn="ctr">
              <a:lnSpc>
                <a:spcPts val="1500"/>
              </a:lnSpc>
            </a:pP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4" name="Picture 8">
            <a:extLst>
              <a:ext uri="{FF2B5EF4-FFF2-40B4-BE49-F238E27FC236}">
                <a16:creationId xmlns:a16="http://schemas.microsoft.com/office/drawing/2014/main" id="{BA1CC61A-3ED4-ED02-A4C9-40DF2DFCAA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152" t="78052" r="50457" b="14460"/>
          <a:stretch/>
        </p:blipFill>
        <p:spPr bwMode="auto">
          <a:xfrm>
            <a:off x="18017855" y="9968597"/>
            <a:ext cx="1800201" cy="32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コンテンツ プレースホルダー 7">
            <a:extLst>
              <a:ext uri="{FF2B5EF4-FFF2-40B4-BE49-F238E27FC236}">
                <a16:creationId xmlns:a16="http://schemas.microsoft.com/office/drawing/2014/main" id="{9D2FEE53-8F5B-A632-2804-029F509CCD95}"/>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3537508" y="2354009"/>
            <a:ext cx="7662360" cy="4151558"/>
          </a:xfrm>
          <a:prstGeom prst="rect">
            <a:avLst/>
          </a:prstGeom>
        </p:spPr>
      </p:pic>
      <p:graphicFrame>
        <p:nvGraphicFramePr>
          <p:cNvPr id="10" name="表 9">
            <a:extLst>
              <a:ext uri="{FF2B5EF4-FFF2-40B4-BE49-F238E27FC236}">
                <a16:creationId xmlns:a16="http://schemas.microsoft.com/office/drawing/2014/main" id="{43F2835F-4955-B400-3C50-5088A47B253A}"/>
              </a:ext>
            </a:extLst>
          </p:cNvPr>
          <p:cNvGraphicFramePr>
            <a:graphicFrameLocks noGrp="1"/>
          </p:cNvGraphicFramePr>
          <p:nvPr>
            <p:extLst>
              <p:ext uri="{D42A27DB-BD31-4B8C-83A1-F6EECF244321}">
                <p14:modId xmlns:p14="http://schemas.microsoft.com/office/powerpoint/2010/main" val="3954986020"/>
              </p:ext>
            </p:extLst>
          </p:nvPr>
        </p:nvGraphicFramePr>
        <p:xfrm>
          <a:off x="7367544" y="7029263"/>
          <a:ext cx="3753104" cy="3130550"/>
        </p:xfrm>
        <a:graphic>
          <a:graphicData uri="http://schemas.openxmlformats.org/drawingml/2006/table">
            <a:tbl>
              <a:tblPr bandRow="1">
                <a:tableStyleId>{5C22544A-7EE6-4342-B048-85BDC9FD1C3A}</a:tableStyleId>
              </a:tblPr>
              <a:tblGrid>
                <a:gridCol w="828944">
                  <a:extLst>
                    <a:ext uri="{9D8B030D-6E8A-4147-A177-3AD203B41FA5}">
                      <a16:colId xmlns:a16="http://schemas.microsoft.com/office/drawing/2014/main" val="1676416326"/>
                    </a:ext>
                  </a:extLst>
                </a:gridCol>
                <a:gridCol w="2924160">
                  <a:extLst>
                    <a:ext uri="{9D8B030D-6E8A-4147-A177-3AD203B41FA5}">
                      <a16:colId xmlns:a16="http://schemas.microsoft.com/office/drawing/2014/main" val="1092770799"/>
                    </a:ext>
                  </a:extLst>
                </a:gridCol>
              </a:tblGrid>
              <a:tr h="181356">
                <a:tc>
                  <a:txBody>
                    <a:bodyPr/>
                    <a:lstStyle/>
                    <a:p>
                      <a:pPr algn="ctr" fontAlgn="ctr">
                        <a:buNone/>
                      </a:pPr>
                      <a:r>
                        <a:rPr lang="ja-JP" sz="1100" b="0" i="0" u="none" strike="noStrike">
                          <a:solidFill>
                            <a:srgbClr val="000000"/>
                          </a:solidFill>
                          <a:effectLst/>
                        </a:rPr>
                        <a:t>UC名</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ja-JP" sz="1100" b="0" i="0" u="none" strike="noStrike">
                          <a:solidFill>
                            <a:srgbClr val="000000"/>
                          </a:solidFill>
                          <a:effectLst/>
                        </a:rPr>
                        <a:t>ET相撲を攻略する</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889132"/>
                  </a:ext>
                </a:extLst>
              </a:tr>
              <a:tr h="476504">
                <a:tc>
                  <a:txBody>
                    <a:bodyPr/>
                    <a:lstStyle/>
                    <a:p>
                      <a:pPr algn="ctr" fontAlgn="ctr">
                        <a:buNone/>
                      </a:pPr>
                      <a:r>
                        <a:rPr lang="ja-JP" sz="1100" b="0" i="0" u="none" strike="noStrike">
                          <a:solidFill>
                            <a:srgbClr val="000000"/>
                          </a:solidFill>
                          <a:effectLst/>
                        </a:rPr>
                        <a:t>概要</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ja-JP" sz="1100" b="0" i="0" u="none" strike="noStrike">
                          <a:solidFill>
                            <a:srgbClr val="000000"/>
                          </a:solidFill>
                          <a:effectLst/>
                        </a:rPr>
                        <a:t>走行体がリングまで進み、ボトルをリング外へ押し出す</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3971558"/>
                  </a:ext>
                </a:extLst>
              </a:tr>
              <a:tr h="181356">
                <a:tc>
                  <a:txBody>
                    <a:bodyPr/>
                    <a:lstStyle/>
                    <a:p>
                      <a:pPr algn="ctr" fontAlgn="ctr">
                        <a:buNone/>
                      </a:pPr>
                      <a:r>
                        <a:rPr lang="ja-JP" sz="1100" b="0" i="0" u="none" strike="noStrike">
                          <a:solidFill>
                            <a:srgbClr val="000000"/>
                          </a:solidFill>
                          <a:effectLst/>
                        </a:rPr>
                        <a:t>アクター</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ja-JP" sz="1100" b="0" i="0" u="none" strike="noStrike">
                          <a:solidFill>
                            <a:srgbClr val="000000"/>
                          </a:solidFill>
                          <a:effectLst/>
                        </a:rPr>
                        <a:t>走行体</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4834301"/>
                  </a:ext>
                </a:extLst>
              </a:tr>
              <a:tr h="181356">
                <a:tc>
                  <a:txBody>
                    <a:bodyPr/>
                    <a:lstStyle/>
                    <a:p>
                      <a:pPr algn="ctr" fontAlgn="ctr">
                        <a:buNone/>
                      </a:pPr>
                      <a:r>
                        <a:rPr lang="ja-JP" sz="1100" b="0" i="0" u="none" strike="noStrike">
                          <a:solidFill>
                            <a:srgbClr val="000000"/>
                          </a:solidFill>
                          <a:effectLst/>
                        </a:rPr>
                        <a:t>事前条件</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ja-JP" sz="1100" b="0" i="0" u="none" strike="noStrike">
                          <a:solidFill>
                            <a:srgbClr val="000000"/>
                          </a:solidFill>
                          <a:effectLst/>
                        </a:rPr>
                        <a:t>走行体がLAPゲートを通過した</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5877765"/>
                  </a:ext>
                </a:extLst>
              </a:tr>
              <a:tr h="181356">
                <a:tc>
                  <a:txBody>
                    <a:bodyPr/>
                    <a:lstStyle/>
                    <a:p>
                      <a:pPr algn="ctr" fontAlgn="ctr">
                        <a:buNone/>
                      </a:pPr>
                      <a:r>
                        <a:rPr lang="ja-JP" sz="1100" b="0" i="0" u="none" strike="noStrike">
                          <a:solidFill>
                            <a:srgbClr val="000000"/>
                          </a:solidFill>
                          <a:effectLst/>
                        </a:rPr>
                        <a:t>事後条件</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ja-JP" sz="1100" b="0" i="0" u="none" strike="noStrike">
                          <a:solidFill>
                            <a:srgbClr val="000000"/>
                          </a:solidFill>
                          <a:effectLst/>
                        </a:rPr>
                        <a:t>走行体が元の位置へ戻る</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7834405"/>
                  </a:ext>
                </a:extLst>
              </a:tr>
              <a:tr h="1191006">
                <a:tc>
                  <a:txBody>
                    <a:bodyPr/>
                    <a:lstStyle/>
                    <a:p>
                      <a:pPr algn="ctr" fontAlgn="ctr">
                        <a:buNone/>
                      </a:pPr>
                      <a:r>
                        <a:rPr lang="ja-JP" sz="1100" b="0" i="0" u="none" strike="noStrike">
                          <a:solidFill>
                            <a:srgbClr val="000000"/>
                          </a:solidFill>
                          <a:effectLst/>
                        </a:rPr>
                        <a:t>基本フロー</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ja-JP" sz="1100" b="0" i="0" u="none" strike="noStrike">
                          <a:solidFill>
                            <a:srgbClr val="000000"/>
                          </a:solidFill>
                          <a:effectLst/>
                        </a:rPr>
                        <a:t>1.リングを向くように、走行体が旋回する　　　　　　2.リング内に向かって直進する　　　　　　　　3.超音波センサーでボールの位置を特定　　　　　　4.ボトルをリング外へ押し出す　　　　5.元の位置へ戻る</a:t>
                      </a: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666502"/>
                  </a:ext>
                </a:extLst>
              </a:tr>
              <a:tr h="181356">
                <a:tc>
                  <a:txBody>
                    <a:bodyPr/>
                    <a:lstStyle/>
                    <a:p>
                      <a:pPr algn="ctr" fontAlgn="ctr">
                        <a:buNone/>
                      </a:pPr>
                      <a:r>
                        <a:rPr lang="ja-JP" sz="1100" b="0" i="0" u="none" strike="noStrike">
                          <a:solidFill>
                            <a:srgbClr val="000000"/>
                          </a:solidFill>
                          <a:effectLst/>
                        </a:rPr>
                        <a:t>例外フロー</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endParaRPr lang="ja-JP" sz="1100" b="0" i="0" u="none" strike="noStrike">
                        <a:solidFill>
                          <a:srgbClr val="000000"/>
                        </a:solidFill>
                        <a:effectLst/>
                      </a:endParaRPr>
                    </a:p>
                  </a:txBody>
                  <a:tcPr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2013684"/>
                  </a:ext>
                </a:extLst>
              </a:tr>
            </a:tbl>
          </a:graphicData>
        </a:graphic>
      </p:graphicFrame>
      <p:pic>
        <p:nvPicPr>
          <p:cNvPr id="3" name="グラフィックス 2">
            <a:extLst>
              <a:ext uri="{FF2B5EF4-FFF2-40B4-BE49-F238E27FC236}">
                <a16:creationId xmlns:a16="http://schemas.microsoft.com/office/drawing/2014/main" id="{5EB2C4EC-8BB4-0C41-71FB-6F64AAF37D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50637" y="2351390"/>
            <a:ext cx="3173339" cy="8218357"/>
          </a:xfrm>
          <a:prstGeom prst="rect">
            <a:avLst/>
          </a:prstGeom>
        </p:spPr>
      </p:pic>
    </p:spTree>
    <p:extLst>
      <p:ext uri="{BB962C8B-B14F-4D97-AF65-F5344CB8AC3E}">
        <p14:creationId xmlns:p14="http://schemas.microsoft.com/office/powerpoint/2010/main" val="482023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440250-F656-44C9-902A-E623DA03BB80}"/>
              </a:ext>
            </a:extLst>
          </p:cNvPr>
          <p:cNvSpPr>
            <a:spLocks noGrp="1"/>
          </p:cNvSpPr>
          <p:nvPr>
            <p:ph type="title"/>
          </p:nvPr>
        </p:nvSpPr>
        <p:spPr/>
        <p:txBody>
          <a:bodyPr/>
          <a:lstStyle/>
          <a:p>
            <a:r>
              <a:rPr kumimoji="1" lang="ja-JP" altLang="en-US" dirty="0"/>
              <a:t>構造モデル</a:t>
            </a:r>
          </a:p>
        </p:txBody>
      </p:sp>
      <p:pic>
        <p:nvPicPr>
          <p:cNvPr id="5" name="グラフィックス 4">
            <a:extLst>
              <a:ext uri="{FF2B5EF4-FFF2-40B4-BE49-F238E27FC236}">
                <a16:creationId xmlns:a16="http://schemas.microsoft.com/office/drawing/2014/main" id="{673EC5CD-F60A-24B6-4F67-FB990B978C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79837" y="3010681"/>
            <a:ext cx="7559675" cy="4670449"/>
          </a:xfrm>
          <a:prstGeom prst="rect">
            <a:avLst/>
          </a:prstGeom>
        </p:spPr>
      </p:pic>
    </p:spTree>
    <p:extLst>
      <p:ext uri="{BB962C8B-B14F-4D97-AF65-F5344CB8AC3E}">
        <p14:creationId xmlns:p14="http://schemas.microsoft.com/office/powerpoint/2010/main" val="3609020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8C0B5-06BB-41B2-8E22-3BCAD69EBEF4}"/>
              </a:ext>
            </a:extLst>
          </p:cNvPr>
          <p:cNvSpPr>
            <a:spLocks noGrp="1"/>
          </p:cNvSpPr>
          <p:nvPr>
            <p:ph type="title"/>
          </p:nvPr>
        </p:nvSpPr>
        <p:spPr/>
        <p:txBody>
          <a:bodyPr/>
          <a:lstStyle/>
          <a:p>
            <a:r>
              <a:rPr lang="ja-JP" altLang="en-US" dirty="0"/>
              <a:t>振舞いモデル</a:t>
            </a:r>
            <a:endParaRPr kumimoji="1" lang="ja-JP" altLang="en-US" dirty="0"/>
          </a:p>
        </p:txBody>
      </p:sp>
      <p:pic>
        <p:nvPicPr>
          <p:cNvPr id="3" name="コンテンツ プレースホルダー 2">
            <a:extLst>
              <a:ext uri="{FF2B5EF4-FFF2-40B4-BE49-F238E27FC236}">
                <a16:creationId xmlns:a16="http://schemas.microsoft.com/office/drawing/2014/main" id="{C0A42661-1B0D-96EA-31A3-3BF24F8E6BD5}"/>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0288268" y="7027736"/>
            <a:ext cx="4360610" cy="3176577"/>
          </a:xfrm>
          <a:prstGeom prst="rect">
            <a:avLst/>
          </a:prstGeom>
        </p:spPr>
      </p:pic>
      <p:pic>
        <p:nvPicPr>
          <p:cNvPr id="4" name="グラフィックス 3">
            <a:extLst>
              <a:ext uri="{FF2B5EF4-FFF2-40B4-BE49-F238E27FC236}">
                <a16:creationId xmlns:a16="http://schemas.microsoft.com/office/drawing/2014/main" id="{314256C3-5FCA-F639-4E2A-9DC936B12B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6201" y="2238252"/>
            <a:ext cx="4515373" cy="4512431"/>
          </a:xfrm>
          <a:prstGeom prst="rect">
            <a:avLst/>
          </a:prstGeom>
        </p:spPr>
      </p:pic>
      <p:pic>
        <p:nvPicPr>
          <p:cNvPr id="6" name="グラフィックス 5">
            <a:extLst>
              <a:ext uri="{FF2B5EF4-FFF2-40B4-BE49-F238E27FC236}">
                <a16:creationId xmlns:a16="http://schemas.microsoft.com/office/drawing/2014/main" id="{A7AE45B7-3D14-3A5E-B0D3-57800A5602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41415" y="2235996"/>
            <a:ext cx="4762954" cy="3722105"/>
          </a:xfrm>
          <a:prstGeom prst="rect">
            <a:avLst/>
          </a:prstGeom>
        </p:spPr>
      </p:pic>
      <p:pic>
        <p:nvPicPr>
          <p:cNvPr id="5" name="グラフィックス 4">
            <a:extLst>
              <a:ext uri="{FF2B5EF4-FFF2-40B4-BE49-F238E27FC236}">
                <a16:creationId xmlns:a16="http://schemas.microsoft.com/office/drawing/2014/main" id="{7DC408B3-1E8F-EF41-CBF6-2A29010621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6540" y="6155336"/>
            <a:ext cx="4773105" cy="4512429"/>
          </a:xfrm>
          <a:prstGeom prst="rect">
            <a:avLst/>
          </a:prstGeom>
        </p:spPr>
      </p:pic>
      <p:pic>
        <p:nvPicPr>
          <p:cNvPr id="7" name="グラフィックス 6">
            <a:extLst>
              <a:ext uri="{FF2B5EF4-FFF2-40B4-BE49-F238E27FC236}">
                <a16:creationId xmlns:a16="http://schemas.microsoft.com/office/drawing/2014/main" id="{97E97786-FC32-C9E9-94A5-BDA35F4AD9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5774" y="2243109"/>
            <a:ext cx="4918834" cy="2841392"/>
          </a:xfrm>
          <a:prstGeom prst="rect">
            <a:avLst/>
          </a:prstGeom>
        </p:spPr>
      </p:pic>
      <p:pic>
        <p:nvPicPr>
          <p:cNvPr id="8" name="グラフィックス 7">
            <a:extLst>
              <a:ext uri="{FF2B5EF4-FFF2-40B4-BE49-F238E27FC236}">
                <a16:creationId xmlns:a16="http://schemas.microsoft.com/office/drawing/2014/main" id="{0ACE6AD7-5CFD-041D-A39B-D522EF5B54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7793" y="5218655"/>
            <a:ext cx="4303039" cy="5335967"/>
          </a:xfrm>
          <a:prstGeom prst="rect">
            <a:avLst/>
          </a:prstGeom>
        </p:spPr>
      </p:pic>
    </p:spTree>
    <p:extLst>
      <p:ext uri="{BB962C8B-B14F-4D97-AF65-F5344CB8AC3E}">
        <p14:creationId xmlns:p14="http://schemas.microsoft.com/office/powerpoint/2010/main" val="116720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5C9B4A-2DC2-489D-8E52-893A4ED8479E}"/>
              </a:ext>
            </a:extLst>
          </p:cNvPr>
          <p:cNvSpPr>
            <a:spLocks noGrp="1"/>
          </p:cNvSpPr>
          <p:nvPr>
            <p:ph type="title"/>
          </p:nvPr>
        </p:nvSpPr>
        <p:spPr/>
        <p:txBody>
          <a:bodyPr/>
          <a:lstStyle/>
          <a:p>
            <a:r>
              <a:rPr lang="ja-JP" altLang="en-US" dirty="0"/>
              <a:t>工夫点（最終頁とする）</a:t>
            </a:r>
            <a:endParaRPr kumimoji="1" lang="ja-JP" altLang="en-US" dirty="0"/>
          </a:p>
        </p:txBody>
      </p:sp>
      <p:sp>
        <p:nvSpPr>
          <p:cNvPr id="3" name="コンテンツ プレースホルダー 2">
            <a:extLst>
              <a:ext uri="{FF2B5EF4-FFF2-40B4-BE49-F238E27FC236}">
                <a16:creationId xmlns:a16="http://schemas.microsoft.com/office/drawing/2014/main" id="{D4651C66-4CA5-44C5-9C2F-0F0EC6F6B6FA}"/>
              </a:ext>
            </a:extLst>
          </p:cNvPr>
          <p:cNvSpPr>
            <a:spLocks noGrp="1"/>
          </p:cNvSpPr>
          <p:nvPr>
            <p:ph idx="1"/>
          </p:nvPr>
        </p:nvSpPr>
        <p:spPr/>
        <p:txBody>
          <a:bodyPr/>
          <a:lstStyle/>
          <a:p>
            <a:r>
              <a:rPr kumimoji="1" lang="ja-JP" altLang="en-US" dirty="0"/>
              <a:t>ここに選択した機能を実現するための工夫点を書く</a:t>
            </a:r>
            <a:endParaRPr kumimoji="1" lang="en-US" altLang="ja-JP" dirty="0"/>
          </a:p>
        </p:txBody>
      </p:sp>
    </p:spTree>
    <p:extLst>
      <p:ext uri="{BB962C8B-B14F-4D97-AF65-F5344CB8AC3E}">
        <p14:creationId xmlns:p14="http://schemas.microsoft.com/office/powerpoint/2010/main" val="3238716692"/>
      </p:ext>
    </p:extLst>
  </p:cSld>
  <p:clrMapOvr>
    <a:masterClrMapping/>
  </p:clrMapOvr>
</p:sld>
</file>

<file path=ppt/theme/theme1.xml><?xml version="1.0" encoding="utf-8"?>
<a:theme xmlns:a="http://schemas.openxmlformats.org/drawingml/2006/main" name="アブストラクトページ用（ベーシッククラス）">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8923</TotalTime>
  <Words>429</Words>
  <Application>Microsoft Office PowerPoint</Application>
  <PresentationFormat>ユーザー設定</PresentationFormat>
  <Paragraphs>56</Paragraphs>
  <Slides>5</Slides>
  <Notes>3</Notes>
  <HiddenSlides>0</HiddenSlides>
  <MMClips>0</MMClips>
  <ScaleCrop>false</ScaleCrop>
  <HeadingPairs>
    <vt:vector size="4" baseType="variant">
      <vt:variant>
        <vt:lpstr>テーマ</vt:lpstr>
      </vt:variant>
      <vt:variant>
        <vt:i4>3</vt:i4>
      </vt:variant>
      <vt:variant>
        <vt:lpstr>スライド タイトル</vt:lpstr>
      </vt:variant>
      <vt:variant>
        <vt:i4>5</vt:i4>
      </vt:variant>
    </vt:vector>
  </HeadingPairs>
  <TitlesOfParts>
    <vt:vector size="8" baseType="lpstr">
      <vt:lpstr>アブストラクトページ用（ベーシッククラス）</vt:lpstr>
      <vt:lpstr>デザインの設定</vt:lpstr>
      <vt:lpstr>1_デザインの設定</vt:lpstr>
      <vt:lpstr>PowerPoint プレゼンテーション</vt:lpstr>
      <vt:lpstr>機能モデル</vt:lpstr>
      <vt:lpstr>構造モデル</vt:lpstr>
      <vt:lpstr>振舞いモデル</vt:lpstr>
      <vt:lpstr>工夫点（最終頁とする）</vt:lpstr>
    </vt:vector>
  </TitlesOfParts>
  <Manager>ETロボコン実行委員会</Manager>
  <Company>ETロボコン実行委員会</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モデルテンプレート</dc:title>
  <dc:creator>ETロボコン実行委員会</dc:creator>
  <cp:lastModifiedBy>楓 安孫子</cp:lastModifiedBy>
  <cp:revision>275</cp:revision>
  <cp:lastPrinted>2018-04-01T05:10:42Z</cp:lastPrinted>
  <dcterms:created xsi:type="dcterms:W3CDTF">2002-02-28T07:41:56Z</dcterms:created>
  <dcterms:modified xsi:type="dcterms:W3CDTF">2026-08-06T10:26:55Z</dcterms:modified>
  <cp:contentStatus/>
</cp:coreProperties>
</file>